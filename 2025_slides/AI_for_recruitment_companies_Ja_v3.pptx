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18"/>
  </p:notesMasterIdLst>
  <p:sldIdLst>
    <p:sldId id="256" r:id="rId2"/>
    <p:sldId id="491" r:id="rId3"/>
    <p:sldId id="2147473158" r:id="rId4"/>
    <p:sldId id="2147473160" r:id="rId5"/>
    <p:sldId id="488" r:id="rId6"/>
    <p:sldId id="2147473171" r:id="rId7"/>
    <p:sldId id="2147473173" r:id="rId8"/>
    <p:sldId id="2147473175" r:id="rId9"/>
    <p:sldId id="2147473174" r:id="rId10"/>
    <p:sldId id="2147473176" r:id="rId11"/>
    <p:sldId id="2147473161" r:id="rId12"/>
    <p:sldId id="2147473177" r:id="rId13"/>
    <p:sldId id="2147473178" r:id="rId14"/>
    <p:sldId id="2147473162" r:id="rId15"/>
    <p:sldId id="2147473163" r:id="rId16"/>
    <p:sldId id="21474731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46F589-692D-4F1D-BAE3-197E897DA0F1}" v="51" dt="2025-10-09T04:28:12.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50" autoAdjust="0"/>
  </p:normalViewPr>
  <p:slideViewPr>
    <p:cSldViewPr snapToGrid="0">
      <p:cViewPr varScale="1">
        <p:scale>
          <a:sx n="114" d="100"/>
          <a:sy n="114" d="100"/>
        </p:scale>
        <p:origin x="773" y="86"/>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ng, Jun/梁 俊" userId="53872e13-a468-4a20-9bc0-648e2bd0e637" providerId="ADAL" clId="{DA46F589-692D-4F1D-BAE3-197E897DA0F1}"/>
    <pc:docChg chg="undo custSel addSld delSld modSld sldOrd">
      <pc:chgData name="Liang, Jun/梁 俊" userId="53872e13-a468-4a20-9bc0-648e2bd0e637" providerId="ADAL" clId="{DA46F589-692D-4F1D-BAE3-197E897DA0F1}" dt="2025-10-09T10:17:57.911" v="1331" actId="20577"/>
      <pc:docMkLst>
        <pc:docMk/>
      </pc:docMkLst>
      <pc:sldChg chg="addSp delSp modSp mod">
        <pc:chgData name="Liang, Jun/梁 俊" userId="53872e13-a468-4a20-9bc0-648e2bd0e637" providerId="ADAL" clId="{DA46F589-692D-4F1D-BAE3-197E897DA0F1}" dt="2025-10-07T11:33:21.972" v="1238" actId="1076"/>
        <pc:sldMkLst>
          <pc:docMk/>
          <pc:sldMk cId="3156693268" sldId="256"/>
        </pc:sldMkLst>
        <pc:spChg chg="mod">
          <ac:chgData name="Liang, Jun/梁 俊" userId="53872e13-a468-4a20-9bc0-648e2bd0e637" providerId="ADAL" clId="{DA46F589-692D-4F1D-BAE3-197E897DA0F1}" dt="2025-10-07T10:51:14.585" v="432" actId="14100"/>
          <ac:spMkLst>
            <pc:docMk/>
            <pc:sldMk cId="3156693268" sldId="256"/>
            <ac:spMk id="2" creationId="{E344852C-5068-BF89-89A9-92D78C0E00BF}"/>
          </ac:spMkLst>
        </pc:spChg>
        <pc:spChg chg="add del mod">
          <ac:chgData name="Liang, Jun/梁 俊" userId="53872e13-a468-4a20-9bc0-648e2bd0e637" providerId="ADAL" clId="{DA46F589-692D-4F1D-BAE3-197E897DA0F1}" dt="2025-10-07T11:32:52.157" v="1233" actId="14100"/>
          <ac:spMkLst>
            <pc:docMk/>
            <pc:sldMk cId="3156693268" sldId="256"/>
            <ac:spMk id="3" creationId="{76A3DF47-E48A-D8A2-C510-7819793A1929}"/>
          </ac:spMkLst>
        </pc:spChg>
        <pc:spChg chg="add mod">
          <ac:chgData name="Liang, Jun/梁 俊" userId="53872e13-a468-4a20-9bc0-648e2bd0e637" providerId="ADAL" clId="{DA46F589-692D-4F1D-BAE3-197E897DA0F1}" dt="2025-10-07T11:33:21.972" v="1238" actId="1076"/>
          <ac:spMkLst>
            <pc:docMk/>
            <pc:sldMk cId="3156693268" sldId="256"/>
            <ac:spMk id="7" creationId="{6F5CC2DA-FF8A-6429-5669-9FD41568144B}"/>
          </ac:spMkLst>
        </pc:spChg>
      </pc:sldChg>
      <pc:sldChg chg="del">
        <pc:chgData name="Liang, Jun/梁 俊" userId="53872e13-a468-4a20-9bc0-648e2bd0e637" providerId="ADAL" clId="{DA46F589-692D-4F1D-BAE3-197E897DA0F1}" dt="2025-10-07T10:49:55.504" v="421" actId="47"/>
        <pc:sldMkLst>
          <pc:docMk/>
          <pc:sldMk cId="237995527" sldId="257"/>
        </pc:sldMkLst>
      </pc:sldChg>
      <pc:sldChg chg="del">
        <pc:chgData name="Liang, Jun/梁 俊" userId="53872e13-a468-4a20-9bc0-648e2bd0e637" providerId="ADAL" clId="{DA46F589-692D-4F1D-BAE3-197E897DA0F1}" dt="2025-10-07T10:49:56.051" v="422" actId="47"/>
        <pc:sldMkLst>
          <pc:docMk/>
          <pc:sldMk cId="3520147346" sldId="259"/>
        </pc:sldMkLst>
      </pc:sldChg>
      <pc:sldChg chg="del">
        <pc:chgData name="Liang, Jun/梁 俊" userId="53872e13-a468-4a20-9bc0-648e2bd0e637" providerId="ADAL" clId="{DA46F589-692D-4F1D-BAE3-197E897DA0F1}" dt="2025-10-07T10:49:56.820" v="423" actId="47"/>
        <pc:sldMkLst>
          <pc:docMk/>
          <pc:sldMk cId="4036844314" sldId="260"/>
        </pc:sldMkLst>
      </pc:sldChg>
      <pc:sldChg chg="del">
        <pc:chgData name="Liang, Jun/梁 俊" userId="53872e13-a468-4a20-9bc0-648e2bd0e637" providerId="ADAL" clId="{DA46F589-692D-4F1D-BAE3-197E897DA0F1}" dt="2025-10-07T10:49:55.010" v="420" actId="47"/>
        <pc:sldMkLst>
          <pc:docMk/>
          <pc:sldMk cId="3293125066" sldId="261"/>
        </pc:sldMkLst>
      </pc:sldChg>
      <pc:sldChg chg="del">
        <pc:chgData name="Liang, Jun/梁 俊" userId="53872e13-a468-4a20-9bc0-648e2bd0e637" providerId="ADAL" clId="{DA46F589-692D-4F1D-BAE3-197E897DA0F1}" dt="2025-10-07T10:27:26.158" v="58" actId="47"/>
        <pc:sldMkLst>
          <pc:docMk/>
          <pc:sldMk cId="2708986058" sldId="262"/>
        </pc:sldMkLst>
      </pc:sldChg>
      <pc:sldChg chg="del">
        <pc:chgData name="Liang, Jun/梁 俊" userId="53872e13-a468-4a20-9bc0-648e2bd0e637" providerId="ADAL" clId="{DA46F589-692D-4F1D-BAE3-197E897DA0F1}" dt="2025-10-07T10:49:59.477" v="424" actId="47"/>
        <pc:sldMkLst>
          <pc:docMk/>
          <pc:sldMk cId="2767354359" sldId="264"/>
        </pc:sldMkLst>
      </pc:sldChg>
      <pc:sldChg chg="del">
        <pc:chgData name="Liang, Jun/梁 俊" userId="53872e13-a468-4a20-9bc0-648e2bd0e637" providerId="ADAL" clId="{DA46F589-692D-4F1D-BAE3-197E897DA0F1}" dt="2025-10-07T10:49:54.400" v="419" actId="47"/>
        <pc:sldMkLst>
          <pc:docMk/>
          <pc:sldMk cId="1030457105" sldId="270"/>
        </pc:sldMkLst>
      </pc:sldChg>
      <pc:sldChg chg="del">
        <pc:chgData name="Liang, Jun/梁 俊" userId="53872e13-a468-4a20-9bc0-648e2bd0e637" providerId="ADAL" clId="{DA46F589-692D-4F1D-BAE3-197E897DA0F1}" dt="2025-10-07T10:49:27.663" v="391" actId="47"/>
        <pc:sldMkLst>
          <pc:docMk/>
          <pc:sldMk cId="1675815054" sldId="271"/>
        </pc:sldMkLst>
      </pc:sldChg>
      <pc:sldChg chg="del">
        <pc:chgData name="Liang, Jun/梁 俊" userId="53872e13-a468-4a20-9bc0-648e2bd0e637" providerId="ADAL" clId="{DA46F589-692D-4F1D-BAE3-197E897DA0F1}" dt="2025-10-07T10:49:49.708" v="416" actId="47"/>
        <pc:sldMkLst>
          <pc:docMk/>
          <pc:sldMk cId="3703972564" sldId="280"/>
        </pc:sldMkLst>
      </pc:sldChg>
      <pc:sldChg chg="del">
        <pc:chgData name="Liang, Jun/梁 俊" userId="53872e13-a468-4a20-9bc0-648e2bd0e637" providerId="ADAL" clId="{DA46F589-692D-4F1D-BAE3-197E897DA0F1}" dt="2025-10-07T10:49:46.677" v="410" actId="47"/>
        <pc:sldMkLst>
          <pc:docMk/>
          <pc:sldMk cId="3828524052" sldId="281"/>
        </pc:sldMkLst>
      </pc:sldChg>
      <pc:sldChg chg="modSp del mod">
        <pc:chgData name="Liang, Jun/梁 俊" userId="53872e13-a468-4a20-9bc0-648e2bd0e637" providerId="ADAL" clId="{DA46F589-692D-4F1D-BAE3-197E897DA0F1}" dt="2025-10-09T10:16:30.682" v="1305" actId="47"/>
        <pc:sldMkLst>
          <pc:docMk/>
          <pc:sldMk cId="0" sldId="487"/>
        </pc:sldMkLst>
      </pc:sldChg>
      <pc:sldChg chg="addSp modSp mod ord">
        <pc:chgData name="Liang, Jun/梁 俊" userId="53872e13-a468-4a20-9bc0-648e2bd0e637" providerId="ADAL" clId="{DA46F589-692D-4F1D-BAE3-197E897DA0F1}" dt="2025-10-09T08:32:42.176" v="1296" actId="20577"/>
        <pc:sldMkLst>
          <pc:docMk/>
          <pc:sldMk cId="4215499049" sldId="488"/>
        </pc:sldMkLst>
        <pc:spChg chg="add mod">
          <ac:chgData name="Liang, Jun/梁 俊" userId="53872e13-a468-4a20-9bc0-648e2bd0e637" providerId="ADAL" clId="{DA46F589-692D-4F1D-BAE3-197E897DA0F1}" dt="2025-10-07T10:50:27.026" v="427"/>
          <ac:spMkLst>
            <pc:docMk/>
            <pc:sldMk cId="4215499049" sldId="488"/>
            <ac:spMk id="3" creationId="{20C32749-A6E3-AD37-FBB5-BA82E570B39B}"/>
          </ac:spMkLst>
        </pc:spChg>
        <pc:spChg chg="mod">
          <ac:chgData name="Liang, Jun/梁 俊" userId="53872e13-a468-4a20-9bc0-648e2bd0e637" providerId="ADAL" clId="{DA46F589-692D-4F1D-BAE3-197E897DA0F1}" dt="2025-10-09T08:32:42.176" v="1296" actId="20577"/>
          <ac:spMkLst>
            <pc:docMk/>
            <pc:sldMk cId="4215499049" sldId="488"/>
            <ac:spMk id="11" creationId="{D2AD34A0-620F-3F4C-4D1C-835EFC5677D5}"/>
          </ac:spMkLst>
        </pc:spChg>
      </pc:sldChg>
      <pc:sldChg chg="modSp mod">
        <pc:chgData name="Liang, Jun/梁 俊" userId="53872e13-a468-4a20-9bc0-648e2bd0e637" providerId="ADAL" clId="{DA46F589-692D-4F1D-BAE3-197E897DA0F1}" dt="2025-10-07T10:26:13.457" v="52"/>
        <pc:sldMkLst>
          <pc:docMk/>
          <pc:sldMk cId="532660423" sldId="491"/>
        </pc:sldMkLst>
        <pc:spChg chg="mod">
          <ac:chgData name="Liang, Jun/梁 俊" userId="53872e13-a468-4a20-9bc0-648e2bd0e637" providerId="ADAL" clId="{DA46F589-692D-4F1D-BAE3-197E897DA0F1}" dt="2025-10-07T10:26:02.751" v="51" actId="20577"/>
          <ac:spMkLst>
            <pc:docMk/>
            <pc:sldMk cId="532660423" sldId="491"/>
            <ac:spMk id="2" creationId="{0E1A4E70-CD02-EFEE-D0FE-ADE84B718CA3}"/>
          </ac:spMkLst>
        </pc:spChg>
        <pc:spChg chg="mod">
          <ac:chgData name="Liang, Jun/梁 俊" userId="53872e13-a468-4a20-9bc0-648e2bd0e637" providerId="ADAL" clId="{DA46F589-692D-4F1D-BAE3-197E897DA0F1}" dt="2025-10-07T10:26:13.457" v="52"/>
          <ac:spMkLst>
            <pc:docMk/>
            <pc:sldMk cId="532660423" sldId="491"/>
            <ac:spMk id="3" creationId="{5D97146B-1203-B61E-9472-5758DA67FD4A}"/>
          </ac:spMkLst>
        </pc:spChg>
      </pc:sldChg>
      <pc:sldChg chg="del">
        <pc:chgData name="Liang, Jun/梁 俊" userId="53872e13-a468-4a20-9bc0-648e2bd0e637" providerId="ADAL" clId="{DA46F589-692D-4F1D-BAE3-197E897DA0F1}" dt="2025-10-07T10:49:29.419" v="392" actId="47"/>
        <pc:sldMkLst>
          <pc:docMk/>
          <pc:sldMk cId="3842738742" sldId="492"/>
        </pc:sldMkLst>
      </pc:sldChg>
      <pc:sldChg chg="del">
        <pc:chgData name="Liang, Jun/梁 俊" userId="53872e13-a468-4a20-9bc0-648e2bd0e637" providerId="ADAL" clId="{DA46F589-692D-4F1D-BAE3-197E897DA0F1}" dt="2025-10-07T10:49:29.883" v="393" actId="47"/>
        <pc:sldMkLst>
          <pc:docMk/>
          <pc:sldMk cId="4203511666" sldId="493"/>
        </pc:sldMkLst>
      </pc:sldChg>
      <pc:sldChg chg="del">
        <pc:chgData name="Liang, Jun/梁 俊" userId="53872e13-a468-4a20-9bc0-648e2bd0e637" providerId="ADAL" clId="{DA46F589-692D-4F1D-BAE3-197E897DA0F1}" dt="2025-10-07T10:49:30.829" v="394" actId="47"/>
        <pc:sldMkLst>
          <pc:docMk/>
          <pc:sldMk cId="1412716372" sldId="494"/>
        </pc:sldMkLst>
      </pc:sldChg>
      <pc:sldChg chg="del">
        <pc:chgData name="Liang, Jun/梁 俊" userId="53872e13-a468-4a20-9bc0-648e2bd0e637" providerId="ADAL" clId="{DA46F589-692D-4F1D-BAE3-197E897DA0F1}" dt="2025-10-07T10:49:31.998" v="396" actId="47"/>
        <pc:sldMkLst>
          <pc:docMk/>
          <pc:sldMk cId="1621136055" sldId="495"/>
        </pc:sldMkLst>
      </pc:sldChg>
      <pc:sldChg chg="del">
        <pc:chgData name="Liang, Jun/梁 俊" userId="53872e13-a468-4a20-9bc0-648e2bd0e637" providerId="ADAL" clId="{DA46F589-692D-4F1D-BAE3-197E897DA0F1}" dt="2025-10-07T10:49:31.277" v="395" actId="47"/>
        <pc:sldMkLst>
          <pc:docMk/>
          <pc:sldMk cId="2272676056" sldId="496"/>
        </pc:sldMkLst>
      </pc:sldChg>
      <pc:sldChg chg="del">
        <pc:chgData name="Liang, Jun/梁 俊" userId="53872e13-a468-4a20-9bc0-648e2bd0e637" providerId="ADAL" clId="{DA46F589-692D-4F1D-BAE3-197E897DA0F1}" dt="2025-10-07T10:49:33.234" v="397" actId="47"/>
        <pc:sldMkLst>
          <pc:docMk/>
          <pc:sldMk cId="2003425408" sldId="497"/>
        </pc:sldMkLst>
      </pc:sldChg>
      <pc:sldChg chg="del">
        <pc:chgData name="Liang, Jun/梁 俊" userId="53872e13-a468-4a20-9bc0-648e2bd0e637" providerId="ADAL" clId="{DA46F589-692D-4F1D-BAE3-197E897DA0F1}" dt="2025-10-07T10:49:33.842" v="398" actId="47"/>
        <pc:sldMkLst>
          <pc:docMk/>
          <pc:sldMk cId="227178984" sldId="498"/>
        </pc:sldMkLst>
      </pc:sldChg>
      <pc:sldChg chg="del">
        <pc:chgData name="Liang, Jun/梁 俊" userId="53872e13-a468-4a20-9bc0-648e2bd0e637" providerId="ADAL" clId="{DA46F589-692D-4F1D-BAE3-197E897DA0F1}" dt="2025-10-07T10:49:35.044" v="399" actId="47"/>
        <pc:sldMkLst>
          <pc:docMk/>
          <pc:sldMk cId="3526027575" sldId="499"/>
        </pc:sldMkLst>
      </pc:sldChg>
      <pc:sldChg chg="del">
        <pc:chgData name="Liang, Jun/梁 俊" userId="53872e13-a468-4a20-9bc0-648e2bd0e637" providerId="ADAL" clId="{DA46F589-692D-4F1D-BAE3-197E897DA0F1}" dt="2025-10-07T10:49:46.137" v="409" actId="47"/>
        <pc:sldMkLst>
          <pc:docMk/>
          <pc:sldMk cId="975441694" sldId="500"/>
        </pc:sldMkLst>
      </pc:sldChg>
      <pc:sldChg chg="del">
        <pc:chgData name="Liang, Jun/梁 俊" userId="53872e13-a468-4a20-9bc0-648e2bd0e637" providerId="ADAL" clId="{DA46F589-692D-4F1D-BAE3-197E897DA0F1}" dt="2025-10-07T10:49:39.600" v="402" actId="47"/>
        <pc:sldMkLst>
          <pc:docMk/>
          <pc:sldMk cId="1409594501" sldId="2147473021"/>
        </pc:sldMkLst>
      </pc:sldChg>
      <pc:sldChg chg="del">
        <pc:chgData name="Liang, Jun/梁 俊" userId="53872e13-a468-4a20-9bc0-648e2bd0e637" providerId="ADAL" clId="{DA46F589-692D-4F1D-BAE3-197E897DA0F1}" dt="2025-10-07T10:49:43.474" v="405" actId="47"/>
        <pc:sldMkLst>
          <pc:docMk/>
          <pc:sldMk cId="1914353597" sldId="2147473029"/>
        </pc:sldMkLst>
      </pc:sldChg>
      <pc:sldChg chg="del">
        <pc:chgData name="Liang, Jun/梁 俊" userId="53872e13-a468-4a20-9bc0-648e2bd0e637" providerId="ADAL" clId="{DA46F589-692D-4F1D-BAE3-197E897DA0F1}" dt="2025-10-07T10:49:44.365" v="406" actId="47"/>
        <pc:sldMkLst>
          <pc:docMk/>
          <pc:sldMk cId="2836905399" sldId="2147473036"/>
        </pc:sldMkLst>
      </pc:sldChg>
      <pc:sldChg chg="del">
        <pc:chgData name="Liang, Jun/梁 俊" userId="53872e13-a468-4a20-9bc0-648e2bd0e637" providerId="ADAL" clId="{DA46F589-692D-4F1D-BAE3-197E897DA0F1}" dt="2025-10-07T10:49:45.005" v="407" actId="47"/>
        <pc:sldMkLst>
          <pc:docMk/>
          <pc:sldMk cId="1485945197" sldId="2147473060"/>
        </pc:sldMkLst>
      </pc:sldChg>
      <pc:sldChg chg="del">
        <pc:chgData name="Liang, Jun/梁 俊" userId="53872e13-a468-4a20-9bc0-648e2bd0e637" providerId="ADAL" clId="{DA46F589-692D-4F1D-BAE3-197E897DA0F1}" dt="2025-10-07T10:49:40.064" v="403" actId="47"/>
        <pc:sldMkLst>
          <pc:docMk/>
          <pc:sldMk cId="2808248770" sldId="2147473094"/>
        </pc:sldMkLst>
      </pc:sldChg>
      <pc:sldChg chg="del">
        <pc:chgData name="Liang, Jun/梁 俊" userId="53872e13-a468-4a20-9bc0-648e2bd0e637" providerId="ADAL" clId="{DA46F589-692D-4F1D-BAE3-197E897DA0F1}" dt="2025-10-07T10:49:36.186" v="400" actId="47"/>
        <pc:sldMkLst>
          <pc:docMk/>
          <pc:sldMk cId="1450222597" sldId="2147473122"/>
        </pc:sldMkLst>
      </pc:sldChg>
      <pc:sldChg chg="del">
        <pc:chgData name="Liang, Jun/梁 俊" userId="53872e13-a468-4a20-9bc0-648e2bd0e637" providerId="ADAL" clId="{DA46F589-692D-4F1D-BAE3-197E897DA0F1}" dt="2025-10-07T10:49:40.696" v="404" actId="47"/>
        <pc:sldMkLst>
          <pc:docMk/>
          <pc:sldMk cId="3538857294" sldId="2147473146"/>
        </pc:sldMkLst>
      </pc:sldChg>
      <pc:sldChg chg="del">
        <pc:chgData name="Liang, Jun/梁 俊" userId="53872e13-a468-4a20-9bc0-648e2bd0e637" providerId="ADAL" clId="{DA46F589-692D-4F1D-BAE3-197E897DA0F1}" dt="2025-10-07T10:49:36.747" v="401" actId="47"/>
        <pc:sldMkLst>
          <pc:docMk/>
          <pc:sldMk cId="122242253" sldId="2147473147"/>
        </pc:sldMkLst>
      </pc:sldChg>
      <pc:sldChg chg="del">
        <pc:chgData name="Liang, Jun/梁 俊" userId="53872e13-a468-4a20-9bc0-648e2bd0e637" providerId="ADAL" clId="{DA46F589-692D-4F1D-BAE3-197E897DA0F1}" dt="2025-10-07T10:49:49.264" v="415" actId="47"/>
        <pc:sldMkLst>
          <pc:docMk/>
          <pc:sldMk cId="226369613" sldId="2147473148"/>
        </pc:sldMkLst>
      </pc:sldChg>
      <pc:sldChg chg="del">
        <pc:chgData name="Liang, Jun/梁 俊" userId="53872e13-a468-4a20-9bc0-648e2bd0e637" providerId="ADAL" clId="{DA46F589-692D-4F1D-BAE3-197E897DA0F1}" dt="2025-10-07T10:49:47.791" v="412" actId="47"/>
        <pc:sldMkLst>
          <pc:docMk/>
          <pc:sldMk cId="445353862" sldId="2147473149"/>
        </pc:sldMkLst>
      </pc:sldChg>
      <pc:sldChg chg="del">
        <pc:chgData name="Liang, Jun/梁 俊" userId="53872e13-a468-4a20-9bc0-648e2bd0e637" providerId="ADAL" clId="{DA46F589-692D-4F1D-BAE3-197E897DA0F1}" dt="2025-10-07T10:49:47.191" v="411" actId="47"/>
        <pc:sldMkLst>
          <pc:docMk/>
          <pc:sldMk cId="3830500760" sldId="2147473150"/>
        </pc:sldMkLst>
      </pc:sldChg>
      <pc:sldChg chg="del">
        <pc:chgData name="Liang, Jun/梁 俊" userId="53872e13-a468-4a20-9bc0-648e2bd0e637" providerId="ADAL" clId="{DA46F589-692D-4F1D-BAE3-197E897DA0F1}" dt="2025-10-07T10:49:48.302" v="413" actId="47"/>
        <pc:sldMkLst>
          <pc:docMk/>
          <pc:sldMk cId="730587371" sldId="2147473151"/>
        </pc:sldMkLst>
      </pc:sldChg>
      <pc:sldChg chg="del">
        <pc:chgData name="Liang, Jun/梁 俊" userId="53872e13-a468-4a20-9bc0-648e2bd0e637" providerId="ADAL" clId="{DA46F589-692D-4F1D-BAE3-197E897DA0F1}" dt="2025-10-07T10:49:48.814" v="414" actId="47"/>
        <pc:sldMkLst>
          <pc:docMk/>
          <pc:sldMk cId="896148787" sldId="2147473152"/>
        </pc:sldMkLst>
      </pc:sldChg>
      <pc:sldChg chg="del">
        <pc:chgData name="Liang, Jun/梁 俊" userId="53872e13-a468-4a20-9bc0-648e2bd0e637" providerId="ADAL" clId="{DA46F589-692D-4F1D-BAE3-197E897DA0F1}" dt="2025-10-07T10:49:50.188" v="417" actId="47"/>
        <pc:sldMkLst>
          <pc:docMk/>
          <pc:sldMk cId="884566624" sldId="2147473153"/>
        </pc:sldMkLst>
      </pc:sldChg>
      <pc:sldChg chg="del">
        <pc:chgData name="Liang, Jun/梁 俊" userId="53872e13-a468-4a20-9bc0-648e2bd0e637" providerId="ADAL" clId="{DA46F589-692D-4F1D-BAE3-197E897DA0F1}" dt="2025-10-07T10:49:45.385" v="408" actId="47"/>
        <pc:sldMkLst>
          <pc:docMk/>
          <pc:sldMk cId="2543661377" sldId="2147473154"/>
        </pc:sldMkLst>
      </pc:sldChg>
      <pc:sldChg chg="del">
        <pc:chgData name="Liang, Jun/梁 俊" userId="53872e13-a468-4a20-9bc0-648e2bd0e637" providerId="ADAL" clId="{DA46F589-692D-4F1D-BAE3-197E897DA0F1}" dt="2025-10-07T10:49:50.590" v="418" actId="47"/>
        <pc:sldMkLst>
          <pc:docMk/>
          <pc:sldMk cId="2903978479" sldId="2147473155"/>
        </pc:sldMkLst>
      </pc:sldChg>
      <pc:sldChg chg="modSp new del mod">
        <pc:chgData name="Liang, Jun/梁 俊" userId="53872e13-a468-4a20-9bc0-648e2bd0e637" providerId="ADAL" clId="{DA46F589-692D-4F1D-BAE3-197E897DA0F1}" dt="2025-10-07T10:28:24.394" v="64" actId="47"/>
        <pc:sldMkLst>
          <pc:docMk/>
          <pc:sldMk cId="2890977917" sldId="2147473156"/>
        </pc:sldMkLst>
      </pc:sldChg>
      <pc:sldChg chg="modSp new del mod ord">
        <pc:chgData name="Liang, Jun/梁 俊" userId="53872e13-a468-4a20-9bc0-648e2bd0e637" providerId="ADAL" clId="{DA46F589-692D-4F1D-BAE3-197E897DA0F1}" dt="2025-10-07T10:28:44.017" v="70" actId="47"/>
        <pc:sldMkLst>
          <pc:docMk/>
          <pc:sldMk cId="192875057" sldId="2147473157"/>
        </pc:sldMkLst>
      </pc:sldChg>
      <pc:sldChg chg="modSp add mod">
        <pc:chgData name="Liang, Jun/梁 俊" userId="53872e13-a468-4a20-9bc0-648e2bd0e637" providerId="ADAL" clId="{DA46F589-692D-4F1D-BAE3-197E897DA0F1}" dt="2025-10-09T08:25:47.618" v="1294" actId="20577"/>
        <pc:sldMkLst>
          <pc:docMk/>
          <pc:sldMk cId="3193424582" sldId="2147473158"/>
        </pc:sldMkLst>
        <pc:spChg chg="mod">
          <ac:chgData name="Liang, Jun/梁 俊" userId="53872e13-a468-4a20-9bc0-648e2bd0e637" providerId="ADAL" clId="{DA46F589-692D-4F1D-BAE3-197E897DA0F1}" dt="2025-10-07T10:28:16.300" v="62"/>
          <ac:spMkLst>
            <pc:docMk/>
            <pc:sldMk cId="3193424582" sldId="2147473158"/>
            <ac:spMk id="2" creationId="{6D0A1985-968C-6D7E-BFFB-A01B8EDDEBED}"/>
          </ac:spMkLst>
        </pc:spChg>
        <pc:spChg chg="mod">
          <ac:chgData name="Liang, Jun/梁 俊" userId="53872e13-a468-4a20-9bc0-648e2bd0e637" providerId="ADAL" clId="{DA46F589-692D-4F1D-BAE3-197E897DA0F1}" dt="2025-10-09T08:25:47.618" v="1294" actId="20577"/>
          <ac:spMkLst>
            <pc:docMk/>
            <pc:sldMk cId="3193424582" sldId="2147473158"/>
            <ac:spMk id="3" creationId="{9E5DE5AC-B837-68B3-1D23-294F471106E1}"/>
          </ac:spMkLst>
        </pc:spChg>
      </pc:sldChg>
      <pc:sldChg chg="add del ord">
        <pc:chgData name="Liang, Jun/梁 俊" userId="53872e13-a468-4a20-9bc0-648e2bd0e637" providerId="ADAL" clId="{DA46F589-692D-4F1D-BAE3-197E897DA0F1}" dt="2025-10-07T10:29:02.652" v="74" actId="47"/>
        <pc:sldMkLst>
          <pc:docMk/>
          <pc:sldMk cId="2292091207" sldId="2147473159"/>
        </pc:sldMkLst>
      </pc:sldChg>
      <pc:sldChg chg="modSp add mod modNotesTx">
        <pc:chgData name="Liang, Jun/梁 俊" userId="53872e13-a468-4a20-9bc0-648e2bd0e637" providerId="ADAL" clId="{DA46F589-692D-4F1D-BAE3-197E897DA0F1}" dt="2025-10-07T10:59:46.242" v="597" actId="207"/>
        <pc:sldMkLst>
          <pc:docMk/>
          <pc:sldMk cId="3367896858" sldId="2147473160"/>
        </pc:sldMkLst>
        <pc:spChg chg="mod">
          <ac:chgData name="Liang, Jun/梁 俊" userId="53872e13-a468-4a20-9bc0-648e2bd0e637" providerId="ADAL" clId="{DA46F589-692D-4F1D-BAE3-197E897DA0F1}" dt="2025-10-07T10:35:51.301" v="173" actId="20577"/>
          <ac:spMkLst>
            <pc:docMk/>
            <pc:sldMk cId="3367896858" sldId="2147473160"/>
            <ac:spMk id="2" creationId="{32DCC740-8902-AB34-38E2-9C57A05AEBFA}"/>
          </ac:spMkLst>
        </pc:spChg>
        <pc:spChg chg="mod">
          <ac:chgData name="Liang, Jun/梁 俊" userId="53872e13-a468-4a20-9bc0-648e2bd0e637" providerId="ADAL" clId="{DA46F589-692D-4F1D-BAE3-197E897DA0F1}" dt="2025-10-07T10:59:46.242" v="597" actId="207"/>
          <ac:spMkLst>
            <pc:docMk/>
            <pc:sldMk cId="3367896858" sldId="2147473160"/>
            <ac:spMk id="3" creationId="{80743EE7-F1FA-D7DF-0238-049137F1D828}"/>
          </ac:spMkLst>
        </pc:spChg>
      </pc:sldChg>
      <pc:sldChg chg="add del">
        <pc:chgData name="Liang, Jun/梁 俊" userId="53872e13-a468-4a20-9bc0-648e2bd0e637" providerId="ADAL" clId="{DA46F589-692D-4F1D-BAE3-197E897DA0F1}" dt="2025-10-07T10:28:54.477" v="73" actId="47"/>
        <pc:sldMkLst>
          <pc:docMk/>
          <pc:sldMk cId="739476359" sldId="2147473161"/>
        </pc:sldMkLst>
      </pc:sldChg>
      <pc:sldChg chg="modSp add mod">
        <pc:chgData name="Liang, Jun/梁 俊" userId="53872e13-a468-4a20-9bc0-648e2bd0e637" providerId="ADAL" clId="{DA46F589-692D-4F1D-BAE3-197E897DA0F1}" dt="2025-10-09T10:17:57.911" v="1331" actId="20577"/>
        <pc:sldMkLst>
          <pc:docMk/>
          <pc:sldMk cId="3440884836" sldId="2147473161"/>
        </pc:sldMkLst>
        <pc:spChg chg="mod">
          <ac:chgData name="Liang, Jun/梁 俊" userId="53872e13-a468-4a20-9bc0-648e2bd0e637" providerId="ADAL" clId="{DA46F589-692D-4F1D-BAE3-197E897DA0F1}" dt="2025-10-07T10:40:54.580" v="301" actId="1076"/>
          <ac:spMkLst>
            <pc:docMk/>
            <pc:sldMk cId="3440884836" sldId="2147473161"/>
            <ac:spMk id="2" creationId="{5CC5AA14-E6E0-BEC0-D1CB-5BB15907168C}"/>
          </ac:spMkLst>
        </pc:spChg>
        <pc:spChg chg="mod">
          <ac:chgData name="Liang, Jun/梁 俊" userId="53872e13-a468-4a20-9bc0-648e2bd0e637" providerId="ADAL" clId="{DA46F589-692D-4F1D-BAE3-197E897DA0F1}" dt="2025-10-09T10:17:57.911" v="1331" actId="20577"/>
          <ac:spMkLst>
            <pc:docMk/>
            <pc:sldMk cId="3440884836" sldId="2147473161"/>
            <ac:spMk id="3" creationId="{ECF9DA78-1734-BC2F-4E9D-227CE3ADAD94}"/>
          </ac:spMkLst>
        </pc:spChg>
      </pc:sldChg>
      <pc:sldChg chg="modSp add mod modNotesTx">
        <pc:chgData name="Liang, Jun/梁 俊" userId="53872e13-a468-4a20-9bc0-648e2bd0e637" providerId="ADAL" clId="{DA46F589-692D-4F1D-BAE3-197E897DA0F1}" dt="2025-10-07T10:46:00.304" v="362" actId="27636"/>
        <pc:sldMkLst>
          <pc:docMk/>
          <pc:sldMk cId="910719195" sldId="2147473162"/>
        </pc:sldMkLst>
        <pc:spChg chg="mod">
          <ac:chgData name="Liang, Jun/梁 俊" userId="53872e13-a468-4a20-9bc0-648e2bd0e637" providerId="ADAL" clId="{DA46F589-692D-4F1D-BAE3-197E897DA0F1}" dt="2025-10-07T10:45:25.094" v="357"/>
          <ac:spMkLst>
            <pc:docMk/>
            <pc:sldMk cId="910719195" sldId="2147473162"/>
            <ac:spMk id="2" creationId="{BE9EE3DD-2BA5-6B1F-6506-14A2CC111123}"/>
          </ac:spMkLst>
        </pc:spChg>
        <pc:spChg chg="mod">
          <ac:chgData name="Liang, Jun/梁 俊" userId="53872e13-a468-4a20-9bc0-648e2bd0e637" providerId="ADAL" clId="{DA46F589-692D-4F1D-BAE3-197E897DA0F1}" dt="2025-10-07T10:46:00.304" v="362" actId="27636"/>
          <ac:spMkLst>
            <pc:docMk/>
            <pc:sldMk cId="910719195" sldId="2147473162"/>
            <ac:spMk id="3" creationId="{E1304072-41FD-B698-6C33-2313F10D9C1F}"/>
          </ac:spMkLst>
        </pc:spChg>
      </pc:sldChg>
      <pc:sldChg chg="modSp add mod">
        <pc:chgData name="Liang, Jun/梁 俊" userId="53872e13-a468-4a20-9bc0-648e2bd0e637" providerId="ADAL" clId="{DA46F589-692D-4F1D-BAE3-197E897DA0F1}" dt="2025-10-07T10:48:19.853" v="376" actId="113"/>
        <pc:sldMkLst>
          <pc:docMk/>
          <pc:sldMk cId="484452778" sldId="2147473163"/>
        </pc:sldMkLst>
        <pc:spChg chg="mod">
          <ac:chgData name="Liang, Jun/梁 俊" userId="53872e13-a468-4a20-9bc0-648e2bd0e637" providerId="ADAL" clId="{DA46F589-692D-4F1D-BAE3-197E897DA0F1}" dt="2025-10-07T10:46:59.457" v="363"/>
          <ac:spMkLst>
            <pc:docMk/>
            <pc:sldMk cId="484452778" sldId="2147473163"/>
            <ac:spMk id="2" creationId="{7DF6BB26-F510-FC8C-AB9C-3F61AA9C29FB}"/>
          </ac:spMkLst>
        </pc:spChg>
        <pc:spChg chg="mod">
          <ac:chgData name="Liang, Jun/梁 俊" userId="53872e13-a468-4a20-9bc0-648e2bd0e637" providerId="ADAL" clId="{DA46F589-692D-4F1D-BAE3-197E897DA0F1}" dt="2025-10-07T10:48:19.853" v="376" actId="113"/>
          <ac:spMkLst>
            <pc:docMk/>
            <pc:sldMk cId="484452778" sldId="2147473163"/>
            <ac:spMk id="3" creationId="{CB2B070E-4C92-A82B-F1E7-AAD7C42C1A25}"/>
          </ac:spMkLst>
        </pc:spChg>
      </pc:sldChg>
      <pc:sldChg chg="add del">
        <pc:chgData name="Liang, Jun/梁 俊" userId="53872e13-a468-4a20-9bc0-648e2bd0e637" providerId="ADAL" clId="{DA46F589-692D-4F1D-BAE3-197E897DA0F1}" dt="2025-10-07T10:49:12.330" v="390" actId="47"/>
        <pc:sldMkLst>
          <pc:docMk/>
          <pc:sldMk cId="1313383782" sldId="2147473164"/>
        </pc:sldMkLst>
      </pc:sldChg>
      <pc:sldChg chg="add del">
        <pc:chgData name="Liang, Jun/梁 俊" userId="53872e13-a468-4a20-9bc0-648e2bd0e637" providerId="ADAL" clId="{DA46F589-692D-4F1D-BAE3-197E897DA0F1}" dt="2025-10-07T10:48:46.529" v="380" actId="47"/>
        <pc:sldMkLst>
          <pc:docMk/>
          <pc:sldMk cId="1526582492" sldId="2147473165"/>
        </pc:sldMkLst>
      </pc:sldChg>
      <pc:sldChg chg="add del">
        <pc:chgData name="Liang, Jun/梁 俊" userId="53872e13-a468-4a20-9bc0-648e2bd0e637" providerId="ADAL" clId="{DA46F589-692D-4F1D-BAE3-197E897DA0F1}" dt="2025-10-07T10:48:46.792" v="381" actId="47"/>
        <pc:sldMkLst>
          <pc:docMk/>
          <pc:sldMk cId="3030849975" sldId="2147473166"/>
        </pc:sldMkLst>
      </pc:sldChg>
      <pc:sldChg chg="add del">
        <pc:chgData name="Liang, Jun/梁 俊" userId="53872e13-a468-4a20-9bc0-648e2bd0e637" providerId="ADAL" clId="{DA46F589-692D-4F1D-BAE3-197E897DA0F1}" dt="2025-10-07T10:48:47.408" v="382" actId="47"/>
        <pc:sldMkLst>
          <pc:docMk/>
          <pc:sldMk cId="1890571805" sldId="2147473167"/>
        </pc:sldMkLst>
      </pc:sldChg>
      <pc:sldChg chg="add del">
        <pc:chgData name="Liang, Jun/梁 俊" userId="53872e13-a468-4a20-9bc0-648e2bd0e637" providerId="ADAL" clId="{DA46F589-692D-4F1D-BAE3-197E897DA0F1}" dt="2025-10-07T10:48:48.368" v="383" actId="47"/>
        <pc:sldMkLst>
          <pc:docMk/>
          <pc:sldMk cId="3085779717" sldId="2147473168"/>
        </pc:sldMkLst>
      </pc:sldChg>
      <pc:sldChg chg="add del">
        <pc:chgData name="Liang, Jun/梁 俊" userId="53872e13-a468-4a20-9bc0-648e2bd0e637" providerId="ADAL" clId="{DA46F589-692D-4F1D-BAE3-197E897DA0F1}" dt="2025-10-07T10:48:48.929" v="384" actId="47"/>
        <pc:sldMkLst>
          <pc:docMk/>
          <pc:sldMk cId="3735768568" sldId="2147473169"/>
        </pc:sldMkLst>
      </pc:sldChg>
      <pc:sldChg chg="add del">
        <pc:chgData name="Liang, Jun/梁 俊" userId="53872e13-a468-4a20-9bc0-648e2bd0e637" providerId="ADAL" clId="{DA46F589-692D-4F1D-BAE3-197E897DA0F1}" dt="2025-10-07T10:48:49.947" v="385" actId="47"/>
        <pc:sldMkLst>
          <pc:docMk/>
          <pc:sldMk cId="1367879804" sldId="2147473170"/>
        </pc:sldMkLst>
      </pc:sldChg>
      <pc:sldChg chg="addSp modSp add mod">
        <pc:chgData name="Liang, Jun/梁 俊" userId="53872e13-a468-4a20-9bc0-648e2bd0e637" providerId="ADAL" clId="{DA46F589-692D-4F1D-BAE3-197E897DA0F1}" dt="2025-10-07T10:33:39.157" v="169" actId="113"/>
        <pc:sldMkLst>
          <pc:docMk/>
          <pc:sldMk cId="3074592277" sldId="2147473171"/>
        </pc:sldMkLst>
        <pc:spChg chg="add mod">
          <ac:chgData name="Liang, Jun/梁 俊" userId="53872e13-a468-4a20-9bc0-648e2bd0e637" providerId="ADAL" clId="{DA46F589-692D-4F1D-BAE3-197E897DA0F1}" dt="2025-10-07T10:33:39.157" v="169" actId="113"/>
          <ac:spMkLst>
            <pc:docMk/>
            <pc:sldMk cId="3074592277" sldId="2147473171"/>
            <ac:spMk id="8" creationId="{E9A2BAC3-088A-4795-81AF-26A856073D0A}"/>
          </ac:spMkLst>
        </pc:spChg>
      </pc:sldChg>
      <pc:sldChg chg="delSp modSp new mod">
        <pc:chgData name="Liang, Jun/梁 俊" userId="53872e13-a468-4a20-9bc0-648e2bd0e637" providerId="ADAL" clId="{DA46F589-692D-4F1D-BAE3-197E897DA0F1}" dt="2025-10-07T10:49:06.916" v="389" actId="478"/>
        <pc:sldMkLst>
          <pc:docMk/>
          <pc:sldMk cId="3634615520" sldId="2147473172"/>
        </pc:sldMkLst>
        <pc:spChg chg="mod">
          <ac:chgData name="Liang, Jun/梁 俊" userId="53872e13-a468-4a20-9bc0-648e2bd0e637" providerId="ADAL" clId="{DA46F589-692D-4F1D-BAE3-197E897DA0F1}" dt="2025-10-07T10:49:04.728" v="388" actId="14100"/>
          <ac:spMkLst>
            <pc:docMk/>
            <pc:sldMk cId="3634615520" sldId="2147473172"/>
            <ac:spMk id="2" creationId="{07C970A7-DBD4-98A2-FE38-1DEAA21AC58A}"/>
          </ac:spMkLst>
        </pc:spChg>
      </pc:sldChg>
      <pc:sldChg chg="addSp delSp modSp add mod ord">
        <pc:chgData name="Liang, Jun/梁 俊" userId="53872e13-a468-4a20-9bc0-648e2bd0e637" providerId="ADAL" clId="{DA46F589-692D-4F1D-BAE3-197E897DA0F1}" dt="2025-10-07T11:17:42.134" v="924" actId="20577"/>
        <pc:sldMkLst>
          <pc:docMk/>
          <pc:sldMk cId="3020041131" sldId="2147473173"/>
        </pc:sldMkLst>
        <pc:spChg chg="mod">
          <ac:chgData name="Liang, Jun/梁 俊" userId="53872e13-a468-4a20-9bc0-648e2bd0e637" providerId="ADAL" clId="{DA46F589-692D-4F1D-BAE3-197E897DA0F1}" dt="2025-10-07T11:04:10.424" v="692" actId="20577"/>
          <ac:spMkLst>
            <pc:docMk/>
            <pc:sldMk cId="3020041131" sldId="2147473173"/>
            <ac:spMk id="2" creationId="{3ED1AD73-9B7D-4DE2-BE95-B2D13906EC9B}"/>
          </ac:spMkLst>
        </pc:spChg>
        <pc:spChg chg="mod">
          <ac:chgData name="Liang, Jun/梁 俊" userId="53872e13-a468-4a20-9bc0-648e2bd0e637" providerId="ADAL" clId="{DA46F589-692D-4F1D-BAE3-197E897DA0F1}" dt="2025-10-07T11:06:50.485" v="703" actId="14100"/>
          <ac:spMkLst>
            <pc:docMk/>
            <pc:sldMk cId="3020041131" sldId="2147473173"/>
            <ac:spMk id="3" creationId="{F8E8C035-36B2-CE9D-E7CF-C4F42C3D2563}"/>
          </ac:spMkLst>
        </pc:spChg>
        <pc:spChg chg="add mod">
          <ac:chgData name="Liang, Jun/梁 俊" userId="53872e13-a468-4a20-9bc0-648e2bd0e637" providerId="ADAL" clId="{DA46F589-692D-4F1D-BAE3-197E897DA0F1}" dt="2025-10-07T11:17:42.134" v="924" actId="20577"/>
          <ac:spMkLst>
            <pc:docMk/>
            <pc:sldMk cId="3020041131" sldId="2147473173"/>
            <ac:spMk id="8" creationId="{74015AA3-BF43-961F-7E32-D622D7962258}"/>
          </ac:spMkLst>
        </pc:spChg>
        <pc:spChg chg="add mod">
          <ac:chgData name="Liang, Jun/梁 俊" userId="53872e13-a468-4a20-9bc0-648e2bd0e637" providerId="ADAL" clId="{DA46F589-692D-4F1D-BAE3-197E897DA0F1}" dt="2025-10-07T11:08:18.459" v="751" actId="1076"/>
          <ac:spMkLst>
            <pc:docMk/>
            <pc:sldMk cId="3020041131" sldId="2147473173"/>
            <ac:spMk id="9" creationId="{6E773574-31BD-9126-40D5-0AF0DED43145}"/>
          </ac:spMkLst>
        </pc:spChg>
        <pc:picChg chg="add mod">
          <ac:chgData name="Liang, Jun/梁 俊" userId="53872e13-a468-4a20-9bc0-648e2bd0e637" providerId="ADAL" clId="{DA46F589-692D-4F1D-BAE3-197E897DA0F1}" dt="2025-10-07T11:07:05.205" v="710" actId="1076"/>
          <ac:picMkLst>
            <pc:docMk/>
            <pc:sldMk cId="3020041131" sldId="2147473173"/>
            <ac:picMk id="6" creationId="{4E1D5E5E-6846-5A22-7769-6E738369980B}"/>
          </ac:picMkLst>
        </pc:picChg>
      </pc:sldChg>
      <pc:sldChg chg="addSp modSp add mod ord">
        <pc:chgData name="Liang, Jun/梁 俊" userId="53872e13-a468-4a20-9bc0-648e2bd0e637" providerId="ADAL" clId="{DA46F589-692D-4F1D-BAE3-197E897DA0F1}" dt="2025-10-07T11:17:22.126" v="919" actId="3626"/>
        <pc:sldMkLst>
          <pc:docMk/>
          <pc:sldMk cId="3241688960" sldId="2147473174"/>
        </pc:sldMkLst>
        <pc:spChg chg="mod">
          <ac:chgData name="Liang, Jun/梁 俊" userId="53872e13-a468-4a20-9bc0-648e2bd0e637" providerId="ADAL" clId="{DA46F589-692D-4F1D-BAE3-197E897DA0F1}" dt="2025-10-07T11:04:24.834" v="697" actId="20577"/>
          <ac:spMkLst>
            <pc:docMk/>
            <pc:sldMk cId="3241688960" sldId="2147473174"/>
            <ac:spMk id="2" creationId="{BCC64FE0-41FD-0773-B80F-B478E328AC3F}"/>
          </ac:spMkLst>
        </pc:spChg>
        <pc:spChg chg="mod">
          <ac:chgData name="Liang, Jun/梁 俊" userId="53872e13-a468-4a20-9bc0-648e2bd0e637" providerId="ADAL" clId="{DA46F589-692D-4F1D-BAE3-197E897DA0F1}" dt="2025-10-07T11:13:07.535" v="812" actId="14100"/>
          <ac:spMkLst>
            <pc:docMk/>
            <pc:sldMk cId="3241688960" sldId="2147473174"/>
            <ac:spMk id="3" creationId="{563A9660-DFAA-ABE4-A3CA-228977D1532F}"/>
          </ac:spMkLst>
        </pc:spChg>
        <pc:spChg chg="add mod">
          <ac:chgData name="Liang, Jun/梁 俊" userId="53872e13-a468-4a20-9bc0-648e2bd0e637" providerId="ADAL" clId="{DA46F589-692D-4F1D-BAE3-197E897DA0F1}" dt="2025-10-07T11:17:22.126" v="919" actId="3626"/>
          <ac:spMkLst>
            <pc:docMk/>
            <pc:sldMk cId="3241688960" sldId="2147473174"/>
            <ac:spMk id="6" creationId="{950F8739-685D-33CA-3826-47B5CFE25BC0}"/>
          </ac:spMkLst>
        </pc:spChg>
        <pc:spChg chg="add mod">
          <ac:chgData name="Liang, Jun/梁 俊" userId="53872e13-a468-4a20-9bc0-648e2bd0e637" providerId="ADAL" clId="{DA46F589-692D-4F1D-BAE3-197E897DA0F1}" dt="2025-10-07T11:14:23.694" v="858" actId="1076"/>
          <ac:spMkLst>
            <pc:docMk/>
            <pc:sldMk cId="3241688960" sldId="2147473174"/>
            <ac:spMk id="7" creationId="{2E8110BE-710F-42C2-A70C-1F8748037384}"/>
          </ac:spMkLst>
        </pc:spChg>
        <pc:picChg chg="add mod">
          <ac:chgData name="Liang, Jun/梁 俊" userId="53872e13-a468-4a20-9bc0-648e2bd0e637" providerId="ADAL" clId="{DA46F589-692D-4F1D-BAE3-197E897DA0F1}" dt="2025-10-07T11:13:54.984" v="850" actId="14100"/>
          <ac:picMkLst>
            <pc:docMk/>
            <pc:sldMk cId="3241688960" sldId="2147473174"/>
            <ac:picMk id="4" creationId="{79FE8C7C-7032-F914-1EBB-1EDEEADCA0ED}"/>
          </ac:picMkLst>
        </pc:picChg>
      </pc:sldChg>
      <pc:sldChg chg="addSp modSp add mod">
        <pc:chgData name="Liang, Jun/梁 俊" userId="53872e13-a468-4a20-9bc0-648e2bd0e637" providerId="ADAL" clId="{DA46F589-692D-4F1D-BAE3-197E897DA0F1}" dt="2025-10-07T11:17:31.111" v="920" actId="3626"/>
        <pc:sldMkLst>
          <pc:docMk/>
          <pc:sldMk cId="2488434810" sldId="2147473175"/>
        </pc:sldMkLst>
        <pc:spChg chg="mod">
          <ac:chgData name="Liang, Jun/梁 俊" userId="53872e13-a468-4a20-9bc0-648e2bd0e637" providerId="ADAL" clId="{DA46F589-692D-4F1D-BAE3-197E897DA0F1}" dt="2025-10-07T11:03:59.312" v="672" actId="20577"/>
          <ac:spMkLst>
            <pc:docMk/>
            <pc:sldMk cId="2488434810" sldId="2147473175"/>
            <ac:spMk id="2" creationId="{37147292-2D5B-7D7A-088A-822314ADFB1D}"/>
          </ac:spMkLst>
        </pc:spChg>
        <pc:spChg chg="mod">
          <ac:chgData name="Liang, Jun/梁 俊" userId="53872e13-a468-4a20-9bc0-648e2bd0e637" providerId="ADAL" clId="{DA46F589-692D-4F1D-BAE3-197E897DA0F1}" dt="2025-10-07T11:10:22.799" v="752" actId="14100"/>
          <ac:spMkLst>
            <pc:docMk/>
            <pc:sldMk cId="2488434810" sldId="2147473175"/>
            <ac:spMk id="3" creationId="{7B4D4889-071D-161F-9739-2874C4F3BA41}"/>
          </ac:spMkLst>
        </pc:spChg>
        <pc:spChg chg="add mod">
          <ac:chgData name="Liang, Jun/梁 俊" userId="53872e13-a468-4a20-9bc0-648e2bd0e637" providerId="ADAL" clId="{DA46F589-692D-4F1D-BAE3-197E897DA0F1}" dt="2025-10-07T11:17:31.111" v="920" actId="3626"/>
          <ac:spMkLst>
            <pc:docMk/>
            <pc:sldMk cId="2488434810" sldId="2147473175"/>
            <ac:spMk id="6" creationId="{FF7145FC-DEF5-78AF-3549-C05AE58B7CA6}"/>
          </ac:spMkLst>
        </pc:spChg>
        <pc:spChg chg="add mod">
          <ac:chgData name="Liang, Jun/梁 俊" userId="53872e13-a468-4a20-9bc0-648e2bd0e637" providerId="ADAL" clId="{DA46F589-692D-4F1D-BAE3-197E897DA0F1}" dt="2025-10-07T11:11:32.100" v="811" actId="14100"/>
          <ac:spMkLst>
            <pc:docMk/>
            <pc:sldMk cId="2488434810" sldId="2147473175"/>
            <ac:spMk id="7" creationId="{9433C139-4DD0-40D3-AC25-DFDF30479EFE}"/>
          </ac:spMkLst>
        </pc:spChg>
        <pc:picChg chg="add mod">
          <ac:chgData name="Liang, Jun/梁 俊" userId="53872e13-a468-4a20-9bc0-648e2bd0e637" providerId="ADAL" clId="{DA46F589-692D-4F1D-BAE3-197E897DA0F1}" dt="2025-10-07T11:10:32.395" v="757" actId="1076"/>
          <ac:picMkLst>
            <pc:docMk/>
            <pc:sldMk cId="2488434810" sldId="2147473175"/>
            <ac:picMk id="4" creationId="{42B62D72-20BB-27DF-E9ED-B838A650AFD3}"/>
          </ac:picMkLst>
        </pc:picChg>
      </pc:sldChg>
      <pc:sldChg chg="addSp modSp new mod">
        <pc:chgData name="Liang, Jun/梁 俊" userId="53872e13-a468-4a20-9bc0-648e2bd0e637" providerId="ADAL" clId="{DA46F589-692D-4F1D-BAE3-197E897DA0F1}" dt="2025-10-09T04:26:50.253" v="1290" actId="113"/>
        <pc:sldMkLst>
          <pc:docMk/>
          <pc:sldMk cId="116189027" sldId="2147473176"/>
        </pc:sldMkLst>
        <pc:spChg chg="mod">
          <ac:chgData name="Liang, Jun/梁 俊" userId="53872e13-a468-4a20-9bc0-648e2bd0e637" providerId="ADAL" clId="{DA46F589-692D-4F1D-BAE3-197E897DA0F1}" dt="2025-10-07T11:03:40.829" v="648" actId="14100"/>
          <ac:spMkLst>
            <pc:docMk/>
            <pc:sldMk cId="116189027" sldId="2147473176"/>
            <ac:spMk id="2" creationId="{8FD6983A-B17C-858C-956E-D9BB13FCC479}"/>
          </ac:spMkLst>
        </pc:spChg>
        <pc:spChg chg="mod">
          <ac:chgData name="Liang, Jun/梁 俊" userId="53872e13-a468-4a20-9bc0-648e2bd0e637" providerId="ADAL" clId="{DA46F589-692D-4F1D-BAE3-197E897DA0F1}" dt="2025-10-09T04:26:50.253" v="1290" actId="113"/>
          <ac:spMkLst>
            <pc:docMk/>
            <pc:sldMk cId="116189027" sldId="2147473176"/>
            <ac:spMk id="3" creationId="{E7959B4D-B1C0-E4A5-C416-19B49F013819}"/>
          </ac:spMkLst>
        </pc:spChg>
        <pc:spChg chg="add mod">
          <ac:chgData name="Liang, Jun/梁 俊" userId="53872e13-a468-4a20-9bc0-648e2bd0e637" providerId="ADAL" clId="{DA46F589-692D-4F1D-BAE3-197E897DA0F1}" dt="2025-10-07T11:16:31.420" v="884" actId="1076"/>
          <ac:spMkLst>
            <pc:docMk/>
            <pc:sldMk cId="116189027" sldId="2147473176"/>
            <ac:spMk id="6" creationId="{C3A01CEE-E708-0759-87BA-94976DD54B65}"/>
          </ac:spMkLst>
        </pc:spChg>
        <pc:spChg chg="add mod">
          <ac:chgData name="Liang, Jun/梁 俊" userId="53872e13-a468-4a20-9bc0-648e2bd0e637" providerId="ADAL" clId="{DA46F589-692D-4F1D-BAE3-197E897DA0F1}" dt="2025-10-07T11:17:10.778" v="918" actId="1076"/>
          <ac:spMkLst>
            <pc:docMk/>
            <pc:sldMk cId="116189027" sldId="2147473176"/>
            <ac:spMk id="7" creationId="{4DC7BB01-FE86-540C-D1D7-D344FC1C2A4F}"/>
          </ac:spMkLst>
        </pc:spChg>
        <pc:picChg chg="add mod">
          <ac:chgData name="Liang, Jun/梁 俊" userId="53872e13-a468-4a20-9bc0-648e2bd0e637" providerId="ADAL" clId="{DA46F589-692D-4F1D-BAE3-197E897DA0F1}" dt="2025-10-07T11:16:04.849" v="864" actId="1076"/>
          <ac:picMkLst>
            <pc:docMk/>
            <pc:sldMk cId="116189027" sldId="2147473176"/>
            <ac:picMk id="4" creationId="{2FE21C0F-5E76-FB15-4C2A-577AE5EC5872}"/>
          </ac:picMkLst>
        </pc:picChg>
      </pc:sldChg>
      <pc:sldChg chg="addSp delSp modSp new mod modNotesTx">
        <pc:chgData name="Liang, Jun/梁 俊" userId="53872e13-a468-4a20-9bc0-648e2bd0e637" providerId="ADAL" clId="{DA46F589-692D-4F1D-BAE3-197E897DA0F1}" dt="2025-10-07T11:27:14.520" v="1087" actId="14100"/>
        <pc:sldMkLst>
          <pc:docMk/>
          <pc:sldMk cId="465219031" sldId="2147473177"/>
        </pc:sldMkLst>
        <pc:spChg chg="mod">
          <ac:chgData name="Liang, Jun/梁 俊" userId="53872e13-a468-4a20-9bc0-648e2bd0e637" providerId="ADAL" clId="{DA46F589-692D-4F1D-BAE3-197E897DA0F1}" dt="2025-10-07T11:27:14.520" v="1087" actId="14100"/>
          <ac:spMkLst>
            <pc:docMk/>
            <pc:sldMk cId="465219031" sldId="2147473177"/>
            <ac:spMk id="2" creationId="{02A2EFFF-1949-7496-E601-32BEA3742C24}"/>
          </ac:spMkLst>
        </pc:spChg>
        <pc:spChg chg="mod">
          <ac:chgData name="Liang, Jun/梁 俊" userId="53872e13-a468-4a20-9bc0-648e2bd0e637" providerId="ADAL" clId="{DA46F589-692D-4F1D-BAE3-197E897DA0F1}" dt="2025-10-07T11:26:12.213" v="1082" actId="113"/>
          <ac:spMkLst>
            <pc:docMk/>
            <pc:sldMk cId="465219031" sldId="2147473177"/>
            <ac:spMk id="3" creationId="{8F367EE7-BDE2-3936-B54E-CF896D8AA6F3}"/>
          </ac:spMkLst>
        </pc:spChg>
        <pc:spChg chg="add mod">
          <ac:chgData name="Liang, Jun/梁 俊" userId="53872e13-a468-4a20-9bc0-648e2bd0e637" providerId="ADAL" clId="{DA46F589-692D-4F1D-BAE3-197E897DA0F1}" dt="2025-10-07T11:26:01.863" v="1077" actId="1076"/>
          <ac:spMkLst>
            <pc:docMk/>
            <pc:sldMk cId="465219031" sldId="2147473177"/>
            <ac:spMk id="6" creationId="{E7ABD59A-AAA1-1751-8737-24A7DFFA7A77}"/>
          </ac:spMkLst>
        </pc:spChg>
        <pc:picChg chg="add mod">
          <ac:chgData name="Liang, Jun/梁 俊" userId="53872e13-a468-4a20-9bc0-648e2bd0e637" providerId="ADAL" clId="{DA46F589-692D-4F1D-BAE3-197E897DA0F1}" dt="2025-10-07T11:22:22.830" v="948" actId="1076"/>
          <ac:picMkLst>
            <pc:docMk/>
            <pc:sldMk cId="465219031" sldId="2147473177"/>
            <ac:picMk id="5" creationId="{17FB6962-177F-5235-DAEA-4F45EA055ABD}"/>
          </ac:picMkLst>
        </pc:picChg>
      </pc:sldChg>
      <pc:sldChg chg="new del">
        <pc:chgData name="Liang, Jun/梁 俊" userId="53872e13-a468-4a20-9bc0-648e2bd0e637" providerId="ADAL" clId="{DA46F589-692D-4F1D-BAE3-197E897DA0F1}" dt="2025-10-07T11:18:18.519" v="925" actId="47"/>
        <pc:sldMkLst>
          <pc:docMk/>
          <pc:sldMk cId="1700085896" sldId="2147473177"/>
        </pc:sldMkLst>
      </pc:sldChg>
      <pc:sldChg chg="modSp new mod">
        <pc:chgData name="Liang, Jun/梁 俊" userId="53872e13-a468-4a20-9bc0-648e2bd0e637" providerId="ADAL" clId="{DA46F589-692D-4F1D-BAE3-197E897DA0F1}" dt="2025-10-07T11:31:19.693" v="1227" actId="27636"/>
        <pc:sldMkLst>
          <pc:docMk/>
          <pc:sldMk cId="4115530764" sldId="2147473178"/>
        </pc:sldMkLst>
        <pc:spChg chg="mod">
          <ac:chgData name="Liang, Jun/梁 俊" userId="53872e13-a468-4a20-9bc0-648e2bd0e637" providerId="ADAL" clId="{DA46F589-692D-4F1D-BAE3-197E897DA0F1}" dt="2025-10-07T11:28:16.453" v="1104" actId="27636"/>
          <ac:spMkLst>
            <pc:docMk/>
            <pc:sldMk cId="4115530764" sldId="2147473178"/>
            <ac:spMk id="2" creationId="{27ADD74B-43D1-8ED8-8ED9-F498E27BD538}"/>
          </ac:spMkLst>
        </pc:spChg>
        <pc:spChg chg="mod">
          <ac:chgData name="Liang, Jun/梁 俊" userId="53872e13-a468-4a20-9bc0-648e2bd0e637" providerId="ADAL" clId="{DA46F589-692D-4F1D-BAE3-197E897DA0F1}" dt="2025-10-07T11:31:19.693" v="1227" actId="27636"/>
          <ac:spMkLst>
            <pc:docMk/>
            <pc:sldMk cId="4115530764" sldId="2147473178"/>
            <ac:spMk id="3" creationId="{59A371C7-7F42-C13C-42F1-1A588568B865}"/>
          </ac:spMkLst>
        </pc:spChg>
      </pc:sldChg>
      <pc:sldMasterChg chg="delSldLayout">
        <pc:chgData name="Liang, Jun/梁 俊" userId="53872e13-a468-4a20-9bc0-648e2bd0e637" providerId="ADAL" clId="{DA46F589-692D-4F1D-BAE3-197E897DA0F1}" dt="2025-10-07T10:49:45.005" v="407" actId="47"/>
        <pc:sldMasterMkLst>
          <pc:docMk/>
          <pc:sldMasterMk cId="668911800" sldId="2147483730"/>
        </pc:sldMasterMkLst>
        <pc:sldLayoutChg chg="del">
          <pc:chgData name="Liang, Jun/梁 俊" userId="53872e13-a468-4a20-9bc0-648e2bd0e637" providerId="ADAL" clId="{DA46F589-692D-4F1D-BAE3-197E897DA0F1}" dt="2025-10-07T10:49:45.005" v="407" actId="47"/>
          <pc:sldLayoutMkLst>
            <pc:docMk/>
            <pc:sldMasterMk cId="668911800" sldId="2147483730"/>
            <pc:sldLayoutMk cId="2836084759" sldId="2147483747"/>
          </pc:sldLayoutMkLst>
        </pc:sldLayoutChg>
      </pc:sldMasterChg>
    </pc:docChg>
  </pc:docChgLst>
  <pc:docChgLst>
    <pc:chgData name="Liang, Jun/梁 俊" userId="53872e13-a468-4a20-9bc0-648e2bd0e637" providerId="ADAL" clId="{627EB875-06A8-4298-9CD6-10E9AA495681}"/>
    <pc:docChg chg="custSel modSld">
      <pc:chgData name="Liang, Jun/梁 俊" userId="53872e13-a468-4a20-9bc0-648e2bd0e637" providerId="ADAL" clId="{627EB875-06A8-4298-9CD6-10E9AA495681}" dt="2025-10-07T06:49:57.629" v="279" actId="20577"/>
      <pc:docMkLst>
        <pc:docMk/>
      </pc:docMkLst>
      <pc:sldChg chg="delSp modSp mod">
        <pc:chgData name="Liang, Jun/梁 俊" userId="53872e13-a468-4a20-9bc0-648e2bd0e637" providerId="ADAL" clId="{627EB875-06A8-4298-9CD6-10E9AA495681}" dt="2025-10-07T06:49:57.629" v="279" actId="20577"/>
        <pc:sldMkLst>
          <pc:docMk/>
          <pc:sldMk cId="0" sldId="487"/>
        </pc:sldMkLst>
      </pc:sldChg>
    </pc:docChg>
  </pc:docChgLst>
  <pc:docChgLst>
    <pc:chgData name="Liang, Jun/梁 俊" userId="53872e13-a468-4a20-9bc0-648e2bd0e637" providerId="ADAL" clId="{3677334B-03BA-4F4E-8E78-CE3B3D8004E6}"/>
    <pc:docChg chg="undo custSel addSld delSld modSld sldOrd">
      <pc:chgData name="Liang, Jun/梁 俊" userId="53872e13-a468-4a20-9bc0-648e2bd0e637" providerId="ADAL" clId="{3677334B-03BA-4F4E-8E78-CE3B3D8004E6}" dt="2025-01-11T17:04:58.892" v="9506" actId="1076"/>
      <pc:docMkLst>
        <pc:docMk/>
      </pc:docMkLst>
      <pc:sldChg chg="addSp delSp modSp mod">
        <pc:chgData name="Liang, Jun/梁 俊" userId="53872e13-a468-4a20-9bc0-648e2bd0e637" providerId="ADAL" clId="{3677334B-03BA-4F4E-8E78-CE3B3D8004E6}" dt="2025-01-10T11:12:02.986" v="3105" actId="21"/>
        <pc:sldMkLst>
          <pc:docMk/>
          <pc:sldMk cId="3156693268" sldId="256"/>
        </pc:sldMkLst>
      </pc:sldChg>
      <pc:sldChg chg="modSp ord">
        <pc:chgData name="Liang, Jun/梁 俊" userId="53872e13-a468-4a20-9bc0-648e2bd0e637" providerId="ADAL" clId="{3677334B-03BA-4F4E-8E78-CE3B3D8004E6}" dt="2025-01-06T12:19:38.583" v="912"/>
        <pc:sldMkLst>
          <pc:docMk/>
          <pc:sldMk cId="237995527" sldId="257"/>
        </pc:sldMkLst>
      </pc:sldChg>
      <pc:sldChg chg="modSp del mod">
        <pc:chgData name="Liang, Jun/梁 俊" userId="53872e13-a468-4a20-9bc0-648e2bd0e637" providerId="ADAL" clId="{3677334B-03BA-4F4E-8E78-CE3B3D8004E6}" dt="2025-01-06T12:11:34.091" v="884" actId="47"/>
        <pc:sldMkLst>
          <pc:docMk/>
          <pc:sldMk cId="1392523530" sldId="258"/>
        </pc:sldMkLst>
      </pc:sldChg>
      <pc:sldChg chg="modSp mod ord">
        <pc:chgData name="Liang, Jun/梁 俊" userId="53872e13-a468-4a20-9bc0-648e2bd0e637" providerId="ADAL" clId="{3677334B-03BA-4F4E-8E78-CE3B3D8004E6}" dt="2025-01-06T12:19:38.583" v="912"/>
        <pc:sldMkLst>
          <pc:docMk/>
          <pc:sldMk cId="3520147346" sldId="259"/>
        </pc:sldMkLst>
      </pc:sldChg>
      <pc:sldChg chg="modSp ord">
        <pc:chgData name="Liang, Jun/梁 俊" userId="53872e13-a468-4a20-9bc0-648e2bd0e637" providerId="ADAL" clId="{3677334B-03BA-4F4E-8E78-CE3B3D8004E6}" dt="2025-01-06T12:19:38.583" v="912"/>
        <pc:sldMkLst>
          <pc:docMk/>
          <pc:sldMk cId="4036844314" sldId="260"/>
        </pc:sldMkLst>
      </pc:sldChg>
      <pc:sldChg chg="new del">
        <pc:chgData name="Liang, Jun/梁 俊" userId="53872e13-a468-4a20-9bc0-648e2bd0e637" providerId="ADAL" clId="{3677334B-03BA-4F4E-8E78-CE3B3D8004E6}" dt="2025-01-06T12:02:32.357" v="785" actId="47"/>
        <pc:sldMkLst>
          <pc:docMk/>
          <pc:sldMk cId="1441921228" sldId="261"/>
        </pc:sldMkLst>
      </pc:sldChg>
      <pc:sldChg chg="addSp delSp modSp new mod">
        <pc:chgData name="Liang, Jun/梁 俊" userId="53872e13-a468-4a20-9bc0-648e2bd0e637" providerId="ADAL" clId="{3677334B-03BA-4F4E-8E78-CE3B3D8004E6}" dt="2025-01-06T12:20:05.399" v="913" actId="2711"/>
        <pc:sldMkLst>
          <pc:docMk/>
          <pc:sldMk cId="3293125066" sldId="261"/>
        </pc:sldMkLst>
      </pc:sldChg>
      <pc:sldChg chg="add del">
        <pc:chgData name="Liang, Jun/梁 俊" userId="53872e13-a468-4a20-9bc0-648e2bd0e637" providerId="ADAL" clId="{3677334B-03BA-4F4E-8E78-CE3B3D8004E6}" dt="2025-01-06T12:05:56.835" v="827" actId="2890"/>
        <pc:sldMkLst>
          <pc:docMk/>
          <pc:sldMk cId="22642919" sldId="262"/>
        </pc:sldMkLst>
      </pc:sldChg>
      <pc:sldChg chg="modSp new mod">
        <pc:chgData name="Liang, Jun/梁 俊" userId="53872e13-a468-4a20-9bc0-648e2bd0e637" providerId="ADAL" clId="{3677334B-03BA-4F4E-8E78-CE3B3D8004E6}" dt="2025-01-11T16:22:10.644" v="8687" actId="27636"/>
        <pc:sldMkLst>
          <pc:docMk/>
          <pc:sldMk cId="2708986058" sldId="262"/>
        </pc:sldMkLst>
      </pc:sldChg>
      <pc:sldChg chg="delSp modSp new del mod">
        <pc:chgData name="Liang, Jun/梁 俊" userId="53872e13-a468-4a20-9bc0-648e2bd0e637" providerId="ADAL" clId="{3677334B-03BA-4F4E-8E78-CE3B3D8004E6}" dt="2025-01-06T12:18:38.672" v="908" actId="47"/>
        <pc:sldMkLst>
          <pc:docMk/>
          <pc:sldMk cId="5405484" sldId="263"/>
        </pc:sldMkLst>
      </pc:sldChg>
      <pc:sldChg chg="addSp delSp modSp new del mod">
        <pc:chgData name="Liang, Jun/梁 俊" userId="53872e13-a468-4a20-9bc0-648e2bd0e637" providerId="ADAL" clId="{3677334B-03BA-4F4E-8E78-CE3B3D8004E6}" dt="2025-01-06T12:55:08.468" v="1450" actId="47"/>
        <pc:sldMkLst>
          <pc:docMk/>
          <pc:sldMk cId="368723409" sldId="263"/>
        </pc:sldMkLst>
      </pc:sldChg>
      <pc:sldChg chg="addSp delSp modSp add mod ord">
        <pc:chgData name="Liang, Jun/梁 俊" userId="53872e13-a468-4a20-9bc0-648e2bd0e637" providerId="ADAL" clId="{3677334B-03BA-4F4E-8E78-CE3B3D8004E6}" dt="2025-01-11T14:08:28.171" v="6429" actId="113"/>
        <pc:sldMkLst>
          <pc:docMk/>
          <pc:sldMk cId="2767354359" sldId="264"/>
        </pc:sldMkLst>
      </pc:sldChg>
      <pc:sldChg chg="modSp add mod">
        <pc:chgData name="Liang, Jun/梁 俊" userId="53872e13-a468-4a20-9bc0-648e2bd0e637" providerId="ADAL" clId="{3677334B-03BA-4F4E-8E78-CE3B3D8004E6}" dt="2025-01-11T16:43:46.999" v="9209" actId="20577"/>
        <pc:sldMkLst>
          <pc:docMk/>
          <pc:sldMk cId="2611440839" sldId="265"/>
        </pc:sldMkLst>
      </pc:sldChg>
      <pc:sldChg chg="addSp delSp modSp add del mod ord">
        <pc:chgData name="Liang, Jun/梁 俊" userId="53872e13-a468-4a20-9bc0-648e2bd0e637" providerId="ADAL" clId="{3677334B-03BA-4F4E-8E78-CE3B3D8004E6}" dt="2025-01-08T14:40:35.101" v="3060" actId="47"/>
        <pc:sldMkLst>
          <pc:docMk/>
          <pc:sldMk cId="2019871620" sldId="266"/>
        </pc:sldMkLst>
      </pc:sldChg>
      <pc:sldChg chg="addSp modSp new del mod">
        <pc:chgData name="Liang, Jun/梁 俊" userId="53872e13-a468-4a20-9bc0-648e2bd0e637" providerId="ADAL" clId="{3677334B-03BA-4F4E-8E78-CE3B3D8004E6}" dt="2025-01-08T14:40:41.600" v="3061" actId="47"/>
        <pc:sldMkLst>
          <pc:docMk/>
          <pc:sldMk cId="2232923245" sldId="267"/>
        </pc:sldMkLst>
      </pc:sldChg>
      <pc:sldChg chg="addSp modSp new del mod">
        <pc:chgData name="Liang, Jun/梁 俊" userId="53872e13-a468-4a20-9bc0-648e2bd0e637" providerId="ADAL" clId="{3677334B-03BA-4F4E-8E78-CE3B3D8004E6}" dt="2025-01-11T14:52:10.500" v="7406" actId="47"/>
        <pc:sldMkLst>
          <pc:docMk/>
          <pc:sldMk cId="1951842704" sldId="268"/>
        </pc:sldMkLst>
      </pc:sldChg>
      <pc:sldChg chg="addSp modSp new del mod">
        <pc:chgData name="Liang, Jun/梁 俊" userId="53872e13-a468-4a20-9bc0-648e2bd0e637" providerId="ADAL" clId="{3677334B-03BA-4F4E-8E78-CE3B3D8004E6}" dt="2025-01-11T14:51:43.615" v="7405" actId="47"/>
        <pc:sldMkLst>
          <pc:docMk/>
          <pc:sldMk cId="1294980671" sldId="269"/>
        </pc:sldMkLst>
      </pc:sldChg>
      <pc:sldChg chg="modSp new mod">
        <pc:chgData name="Liang, Jun/梁 俊" userId="53872e13-a468-4a20-9bc0-648e2bd0e637" providerId="ADAL" clId="{3677334B-03BA-4F4E-8E78-CE3B3D8004E6}" dt="2025-01-11T14:45:13.839" v="7295" actId="2711"/>
        <pc:sldMkLst>
          <pc:docMk/>
          <pc:sldMk cId="1030457105" sldId="270"/>
        </pc:sldMkLst>
      </pc:sldChg>
      <pc:sldChg chg="addSp modSp new mod">
        <pc:chgData name="Liang, Jun/梁 俊" userId="53872e13-a468-4a20-9bc0-648e2bd0e637" providerId="ADAL" clId="{3677334B-03BA-4F4E-8E78-CE3B3D8004E6}" dt="2025-01-11T14:53:51.522" v="7452" actId="20577"/>
        <pc:sldMkLst>
          <pc:docMk/>
          <pc:sldMk cId="1675815054" sldId="271"/>
        </pc:sldMkLst>
      </pc:sldChg>
      <pc:sldChg chg="addSp modSp new del mod">
        <pc:chgData name="Liang, Jun/梁 俊" userId="53872e13-a468-4a20-9bc0-648e2bd0e637" providerId="ADAL" clId="{3677334B-03BA-4F4E-8E78-CE3B3D8004E6}" dt="2025-01-11T14:51:27.114" v="7404" actId="47"/>
        <pc:sldMkLst>
          <pc:docMk/>
          <pc:sldMk cId="1288483696" sldId="272"/>
        </pc:sldMkLst>
      </pc:sldChg>
      <pc:sldChg chg="addSp delSp modSp new del mod setBg">
        <pc:chgData name="Liang, Jun/梁 俊" userId="53872e13-a468-4a20-9bc0-648e2bd0e637" providerId="ADAL" clId="{3677334B-03BA-4F4E-8E78-CE3B3D8004E6}" dt="2025-01-10T11:23:44.626" v="3279" actId="47"/>
        <pc:sldMkLst>
          <pc:docMk/>
          <pc:sldMk cId="300104621" sldId="273"/>
        </pc:sldMkLst>
      </pc:sldChg>
      <pc:sldChg chg="delSp modSp add mod">
        <pc:chgData name="Liang, Jun/梁 俊" userId="53872e13-a468-4a20-9bc0-648e2bd0e637" providerId="ADAL" clId="{3677334B-03BA-4F4E-8E78-CE3B3D8004E6}" dt="2025-01-11T16:44:32.737" v="9216" actId="404"/>
        <pc:sldMkLst>
          <pc:docMk/>
          <pc:sldMk cId="3828524052" sldId="281"/>
        </pc:sldMkLst>
      </pc:sldChg>
      <pc:sldChg chg="addSp delSp modSp add mod">
        <pc:chgData name="Liang, Jun/梁 俊" userId="53872e13-a468-4a20-9bc0-648e2bd0e637" providerId="ADAL" clId="{3677334B-03BA-4F4E-8E78-CE3B3D8004E6}" dt="2025-01-11T11:26:11.592" v="4654" actId="1076"/>
        <pc:sldMkLst>
          <pc:docMk/>
          <pc:sldMk cId="0" sldId="487"/>
        </pc:sldMkLst>
      </pc:sldChg>
      <pc:sldChg chg="addSp modSp new del mod">
        <pc:chgData name="Liang, Jun/梁 俊" userId="53872e13-a468-4a20-9bc0-648e2bd0e637" providerId="ADAL" clId="{3677334B-03BA-4F4E-8E78-CE3B3D8004E6}" dt="2025-01-10T12:00:57.977" v="3848" actId="47"/>
        <pc:sldMkLst>
          <pc:docMk/>
          <pc:sldMk cId="2568697300" sldId="488"/>
        </pc:sldMkLst>
      </pc:sldChg>
      <pc:sldChg chg="addSp delSp modSp new del mod">
        <pc:chgData name="Liang, Jun/梁 俊" userId="53872e13-a468-4a20-9bc0-648e2bd0e637" providerId="ADAL" clId="{3677334B-03BA-4F4E-8E78-CE3B3D8004E6}" dt="2025-01-10T11:56:26.389" v="3772" actId="47"/>
        <pc:sldMkLst>
          <pc:docMk/>
          <pc:sldMk cId="3039126021" sldId="488"/>
        </pc:sldMkLst>
      </pc:sldChg>
      <pc:sldChg chg="addSp delSp modSp new mod">
        <pc:chgData name="Liang, Jun/梁 俊" userId="53872e13-a468-4a20-9bc0-648e2bd0e637" providerId="ADAL" clId="{3677334B-03BA-4F4E-8E78-CE3B3D8004E6}" dt="2025-01-10T12:43:02.629" v="4192" actId="14100"/>
        <pc:sldMkLst>
          <pc:docMk/>
          <pc:sldMk cId="4215499049" sldId="488"/>
        </pc:sldMkLst>
      </pc:sldChg>
      <pc:sldChg chg="addSp modSp new mod">
        <pc:chgData name="Liang, Jun/梁 俊" userId="53872e13-a468-4a20-9bc0-648e2bd0e637" providerId="ADAL" clId="{3677334B-03BA-4F4E-8E78-CE3B3D8004E6}" dt="2025-01-10T13:01:52.224" v="4295" actId="20577"/>
        <pc:sldMkLst>
          <pc:docMk/>
          <pc:sldMk cId="3608785772" sldId="489"/>
        </pc:sldMkLst>
      </pc:sldChg>
      <pc:sldChg chg="modSp new del mod">
        <pc:chgData name="Liang, Jun/梁 俊" userId="53872e13-a468-4a20-9bc0-648e2bd0e637" providerId="ADAL" clId="{3677334B-03BA-4F4E-8E78-CE3B3D8004E6}" dt="2025-01-11T14:46:47.228" v="7318" actId="47"/>
        <pc:sldMkLst>
          <pc:docMk/>
          <pc:sldMk cId="2509479889" sldId="490"/>
        </pc:sldMkLst>
      </pc:sldChg>
      <pc:sldChg chg="modSp new mod">
        <pc:chgData name="Liang, Jun/梁 俊" userId="53872e13-a468-4a20-9bc0-648e2bd0e637" providerId="ADAL" clId="{3677334B-03BA-4F4E-8E78-CE3B3D8004E6}" dt="2025-01-11T11:24:59.808" v="4649" actId="20577"/>
        <pc:sldMkLst>
          <pc:docMk/>
          <pc:sldMk cId="532660423" sldId="491"/>
        </pc:sldMkLst>
      </pc:sldChg>
      <pc:sldChg chg="addSp delSp modSp new mod ord">
        <pc:chgData name="Liang, Jun/梁 俊" userId="53872e13-a468-4a20-9bc0-648e2bd0e637" providerId="ADAL" clId="{3677334B-03BA-4F4E-8E78-CE3B3D8004E6}" dt="2025-01-11T14:44:39.809" v="7288" actId="14100"/>
        <pc:sldMkLst>
          <pc:docMk/>
          <pc:sldMk cId="3842738742" sldId="492"/>
        </pc:sldMkLst>
      </pc:sldChg>
      <pc:sldChg chg="addSp modSp new del mod">
        <pc:chgData name="Liang, Jun/梁 俊" userId="53872e13-a468-4a20-9bc0-648e2bd0e637" providerId="ADAL" clId="{3677334B-03BA-4F4E-8E78-CE3B3D8004E6}" dt="2025-01-11T14:17:04.623" v="6556" actId="47"/>
        <pc:sldMkLst>
          <pc:docMk/>
          <pc:sldMk cId="1247585196" sldId="493"/>
        </pc:sldMkLst>
      </pc:sldChg>
      <pc:sldChg chg="addSp modSp new mod">
        <pc:chgData name="Liang, Jun/梁 俊" userId="53872e13-a468-4a20-9bc0-648e2bd0e637" providerId="ADAL" clId="{3677334B-03BA-4F4E-8E78-CE3B3D8004E6}" dt="2025-01-11T14:47:09.899" v="7320" actId="20577"/>
        <pc:sldMkLst>
          <pc:docMk/>
          <pc:sldMk cId="4203511666" sldId="493"/>
        </pc:sldMkLst>
      </pc:sldChg>
      <pc:sldChg chg="addSp delSp modSp new mod">
        <pc:chgData name="Liang, Jun/梁 俊" userId="53872e13-a468-4a20-9bc0-648e2bd0e637" providerId="ADAL" clId="{3677334B-03BA-4F4E-8E78-CE3B3D8004E6}" dt="2025-01-11T15:33:20.642" v="7919" actId="14100"/>
        <pc:sldMkLst>
          <pc:docMk/>
          <pc:sldMk cId="1412716372" sldId="494"/>
        </pc:sldMkLst>
      </pc:sldChg>
      <pc:sldChg chg="addSp delSp modSp new mod">
        <pc:chgData name="Liang, Jun/梁 俊" userId="53872e13-a468-4a20-9bc0-648e2bd0e637" providerId="ADAL" clId="{3677334B-03BA-4F4E-8E78-CE3B3D8004E6}" dt="2025-01-11T16:10:00.809" v="8288" actId="1076"/>
        <pc:sldMkLst>
          <pc:docMk/>
          <pc:sldMk cId="1621136055" sldId="495"/>
        </pc:sldMkLst>
      </pc:sldChg>
      <pc:sldChg chg="addSp delSp modSp new mod">
        <pc:chgData name="Liang, Jun/梁 俊" userId="53872e13-a468-4a20-9bc0-648e2bd0e637" providerId="ADAL" clId="{3677334B-03BA-4F4E-8E78-CE3B3D8004E6}" dt="2025-01-11T15:50:48.555" v="8139" actId="20577"/>
        <pc:sldMkLst>
          <pc:docMk/>
          <pc:sldMk cId="2272676056" sldId="496"/>
        </pc:sldMkLst>
      </pc:sldChg>
      <pc:sldChg chg="modSp new mod">
        <pc:chgData name="Liang, Jun/梁 俊" userId="53872e13-a468-4a20-9bc0-648e2bd0e637" providerId="ADAL" clId="{3677334B-03BA-4F4E-8E78-CE3B3D8004E6}" dt="2025-01-11T16:16:50.594" v="8664" actId="20577"/>
        <pc:sldMkLst>
          <pc:docMk/>
          <pc:sldMk cId="2003425408" sldId="497"/>
        </pc:sldMkLst>
      </pc:sldChg>
      <pc:sldChg chg="addSp modSp new mod">
        <pc:chgData name="Liang, Jun/梁 俊" userId="53872e13-a468-4a20-9bc0-648e2bd0e637" providerId="ADAL" clId="{3677334B-03BA-4F4E-8E78-CE3B3D8004E6}" dt="2025-01-11T16:40:53.765" v="9082" actId="404"/>
        <pc:sldMkLst>
          <pc:docMk/>
          <pc:sldMk cId="227178984" sldId="498"/>
        </pc:sldMkLst>
      </pc:sldChg>
      <pc:sldChg chg="addSp modSp add mod">
        <pc:chgData name="Liang, Jun/梁 俊" userId="53872e13-a468-4a20-9bc0-648e2bd0e637" providerId="ADAL" clId="{3677334B-03BA-4F4E-8E78-CE3B3D8004E6}" dt="2025-01-11T16:56:17.261" v="9349" actId="1076"/>
        <pc:sldMkLst>
          <pc:docMk/>
          <pc:sldMk cId="3526027575" sldId="499"/>
        </pc:sldMkLst>
      </pc:sldChg>
      <pc:sldChg chg="modSp new mod">
        <pc:chgData name="Liang, Jun/梁 俊" userId="53872e13-a468-4a20-9bc0-648e2bd0e637" providerId="ADAL" clId="{3677334B-03BA-4F4E-8E78-CE3B3D8004E6}" dt="2025-01-11T17:04:58.892" v="9506" actId="1076"/>
        <pc:sldMkLst>
          <pc:docMk/>
          <pc:sldMk cId="975441694" sldId="500"/>
        </pc:sldMkLst>
      </pc:sldChg>
      <pc:sldChg chg="modSp add mod ord">
        <pc:chgData name="Liang, Jun/梁 俊" userId="53872e13-a468-4a20-9bc0-648e2bd0e637" providerId="ADAL" clId="{3677334B-03BA-4F4E-8E78-CE3B3D8004E6}" dt="2025-01-11T17:03:31.978" v="9454" actId="1076"/>
        <pc:sldMkLst>
          <pc:docMk/>
          <pc:sldMk cId="1409594501" sldId="2147473021"/>
        </pc:sldMkLst>
      </pc:sldChg>
      <pc:sldChg chg="modSp add mod">
        <pc:chgData name="Liang, Jun/梁 俊" userId="53872e13-a468-4a20-9bc0-648e2bd0e637" providerId="ADAL" clId="{3677334B-03BA-4F4E-8E78-CE3B3D8004E6}" dt="2025-01-11T16:52:32.215" v="9309" actId="113"/>
        <pc:sldMkLst>
          <pc:docMk/>
          <pc:sldMk cId="1914353597" sldId="2147473029"/>
        </pc:sldMkLst>
      </pc:sldChg>
      <pc:sldChg chg="modSp add mod">
        <pc:chgData name="Liang, Jun/梁 俊" userId="53872e13-a468-4a20-9bc0-648e2bd0e637" providerId="ADAL" clId="{3677334B-03BA-4F4E-8E78-CE3B3D8004E6}" dt="2025-01-11T16:57:00.316" v="9365" actId="1076"/>
        <pc:sldMkLst>
          <pc:docMk/>
          <pc:sldMk cId="2836905399" sldId="2147473036"/>
        </pc:sldMkLst>
      </pc:sldChg>
      <pc:sldChg chg="modSp add mod">
        <pc:chgData name="Liang, Jun/梁 俊" userId="53872e13-a468-4a20-9bc0-648e2bd0e637" providerId="ADAL" clId="{3677334B-03BA-4F4E-8E78-CE3B3D8004E6}" dt="2025-01-11T16:56:30.555" v="9351" actId="113"/>
        <pc:sldMkLst>
          <pc:docMk/>
          <pc:sldMk cId="1485945197" sldId="2147473060"/>
        </pc:sldMkLst>
      </pc:sldChg>
      <pc:sldChg chg="delSp modSp add mod">
        <pc:chgData name="Liang, Jun/梁 俊" userId="53872e13-a468-4a20-9bc0-648e2bd0e637" providerId="ADAL" clId="{3677334B-03BA-4F4E-8E78-CE3B3D8004E6}" dt="2025-01-11T16:50:52.208" v="9302" actId="478"/>
        <pc:sldMkLst>
          <pc:docMk/>
          <pc:sldMk cId="2808248770" sldId="2147473094"/>
        </pc:sldMkLst>
      </pc:sldChg>
      <pc:sldChg chg="modSp add del mod">
        <pc:chgData name="Liang, Jun/梁 俊" userId="53872e13-a468-4a20-9bc0-648e2bd0e637" providerId="ADAL" clId="{3677334B-03BA-4F4E-8E78-CE3B3D8004E6}" dt="2025-01-11T16:46:48.352" v="9234" actId="1076"/>
        <pc:sldMkLst>
          <pc:docMk/>
          <pc:sldMk cId="1450222597" sldId="2147473122"/>
        </pc:sldMkLst>
      </pc:sldChg>
      <pc:sldChg chg="add">
        <pc:chgData name="Liang, Jun/梁 俊" userId="53872e13-a468-4a20-9bc0-648e2bd0e637" providerId="ADAL" clId="{3677334B-03BA-4F4E-8E78-CE3B3D8004E6}" dt="2025-01-11T16:52:09.592" v="9306"/>
        <pc:sldMkLst>
          <pc:docMk/>
          <pc:sldMk cId="3538857294" sldId="2147473146"/>
        </pc:sldMkLst>
      </pc:sldChg>
      <pc:sldChg chg="addSp delSp modSp new mod">
        <pc:chgData name="Liang, Jun/梁 俊" userId="53872e13-a468-4a20-9bc0-648e2bd0e637" providerId="ADAL" clId="{3677334B-03BA-4F4E-8E78-CE3B3D8004E6}" dt="2025-01-11T17:04:35.253" v="9492" actId="404"/>
        <pc:sldMkLst>
          <pc:docMk/>
          <pc:sldMk cId="122242253" sldId="2147473147"/>
        </pc:sldMkLst>
      </pc:sldChg>
    </pc:docChg>
  </pc:docChgLst>
  <pc:docChgLst>
    <pc:chgData name="Liang, Jun/梁 俊" userId="53872e13-a468-4a20-9bc0-648e2bd0e637" providerId="ADAL" clId="{8069CFF1-8E7B-4F31-9AC1-44EC19790E2A}"/>
    <pc:docChg chg="undo custSel addSld modSld">
      <pc:chgData name="Liang, Jun/梁 俊" userId="53872e13-a468-4a20-9bc0-648e2bd0e637" providerId="ADAL" clId="{8069CFF1-8E7B-4F31-9AC1-44EC19790E2A}" dt="2024-11-08T07:00:27.735" v="160"/>
      <pc:docMkLst>
        <pc:docMk/>
      </pc:docMkLst>
      <pc:sldChg chg="new">
        <pc:chgData name="Liang, Jun/梁 俊" userId="53872e13-a468-4a20-9bc0-648e2bd0e637" providerId="ADAL" clId="{8069CFF1-8E7B-4F31-9AC1-44EC19790E2A}" dt="2024-11-08T06:36:43.769" v="0" actId="680"/>
        <pc:sldMkLst>
          <pc:docMk/>
          <pc:sldMk cId="3156693268" sldId="256"/>
        </pc:sldMkLst>
      </pc:sldChg>
      <pc:sldChg chg="modSp new mod">
        <pc:chgData name="Liang, Jun/梁 俊" userId="53872e13-a468-4a20-9bc0-648e2bd0e637" providerId="ADAL" clId="{8069CFF1-8E7B-4F31-9AC1-44EC19790E2A}" dt="2024-11-08T06:44:30.443" v="101"/>
        <pc:sldMkLst>
          <pc:docMk/>
          <pc:sldMk cId="237995527" sldId="257"/>
        </pc:sldMkLst>
      </pc:sldChg>
      <pc:sldChg chg="modSp new mod">
        <pc:chgData name="Liang, Jun/梁 俊" userId="53872e13-a468-4a20-9bc0-648e2bd0e637" providerId="ADAL" clId="{8069CFF1-8E7B-4F31-9AC1-44EC19790E2A}" dt="2024-11-08T06:37:00.059" v="9" actId="20577"/>
        <pc:sldMkLst>
          <pc:docMk/>
          <pc:sldMk cId="1392523530" sldId="258"/>
        </pc:sldMkLst>
      </pc:sldChg>
      <pc:sldChg chg="modSp new mod">
        <pc:chgData name="Liang, Jun/梁 俊" userId="53872e13-a468-4a20-9bc0-648e2bd0e637" providerId="ADAL" clId="{8069CFF1-8E7B-4F31-9AC1-44EC19790E2A}" dt="2024-11-08T06:47:35.382" v="138"/>
        <pc:sldMkLst>
          <pc:docMk/>
          <pc:sldMk cId="3520147346" sldId="259"/>
        </pc:sldMkLst>
      </pc:sldChg>
      <pc:sldChg chg="modSp new mod">
        <pc:chgData name="Liang, Jun/梁 俊" userId="53872e13-a468-4a20-9bc0-648e2bd0e637" providerId="ADAL" clId="{8069CFF1-8E7B-4F31-9AC1-44EC19790E2A}" dt="2024-11-08T07:00:27.735" v="160"/>
        <pc:sldMkLst>
          <pc:docMk/>
          <pc:sldMk cId="4036844314"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D35C3-FDA7-4782-83C8-6E99F1C6D481}" type="datetimeFigureOut">
              <a:rPr kumimoji="1" lang="ja-JP" altLang="en-US" smtClean="0"/>
              <a:t>2025/11/13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0A686-39CD-4BA7-8613-62406578D291}" type="slidenum">
              <a:rPr kumimoji="1" lang="ja-JP" altLang="en-US" smtClean="0"/>
              <a:t>‹#›</a:t>
            </a:fld>
            <a:endParaRPr kumimoji="1" lang="ja-JP" altLang="en-US"/>
          </a:p>
        </p:txBody>
      </p:sp>
    </p:spTree>
    <p:extLst>
      <p:ext uri="{BB962C8B-B14F-4D97-AF65-F5344CB8AC3E}">
        <p14:creationId xmlns:p14="http://schemas.microsoft.com/office/powerpoint/2010/main" val="12691790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AI</a:t>
            </a:r>
            <a:r>
              <a:rPr lang="ja-JP" altLang="en-US" dirty="0"/>
              <a:t>は魔法ではないことを理解し、具体的なイメージを持ってもらうためのパートです。</a:t>
            </a:r>
            <a:br>
              <a:rPr lang="en-US" altLang="ja-JP" dirty="0"/>
            </a:br>
            <a:r>
              <a:rPr kumimoji="1" lang="ja-JP" altLang="en-US" sz="1200" b="0" i="0" kern="1200" dirty="0">
                <a:solidFill>
                  <a:schemeClr val="tx1"/>
                </a:solidFill>
                <a:effectLst/>
                <a:latin typeface="+mn-lt"/>
                <a:ea typeface="+mn-ea"/>
                <a:cs typeface="+mn-cs"/>
              </a:rPr>
              <a:t>皆さんの中で</a:t>
            </a:r>
            <a:r>
              <a:rPr kumimoji="1" lang="en-US" altLang="ja-JP" sz="1200" b="0" i="0" kern="1200" dirty="0">
                <a:solidFill>
                  <a:schemeClr val="tx1"/>
                </a:solidFill>
                <a:effectLst/>
                <a:latin typeface="+mn-lt"/>
                <a:ea typeface="+mn-ea"/>
                <a:cs typeface="+mn-cs"/>
              </a:rPr>
              <a:t>AI</a:t>
            </a:r>
            <a:r>
              <a:rPr kumimoji="1" lang="ja-JP" altLang="en-US" sz="1200" b="0" i="0" kern="1200" dirty="0">
                <a:solidFill>
                  <a:schemeClr val="tx1"/>
                </a:solidFill>
                <a:effectLst/>
                <a:latin typeface="+mn-lt"/>
                <a:ea typeface="+mn-ea"/>
                <a:cs typeface="+mn-cs"/>
              </a:rPr>
              <a:t>を使ったことのある方はいらっしゃいますか？</a:t>
            </a:r>
            <a:endParaRPr lang="en-US" altLang="ja-JP" dirty="0"/>
          </a:p>
        </p:txBody>
      </p:sp>
      <p:sp>
        <p:nvSpPr>
          <p:cNvPr id="4" name="スライド番号プレースホルダー 3"/>
          <p:cNvSpPr>
            <a:spLocks noGrp="1"/>
          </p:cNvSpPr>
          <p:nvPr>
            <p:ph type="sldNum" sz="quarter" idx="5"/>
          </p:nvPr>
        </p:nvSpPr>
        <p:spPr/>
        <p:txBody>
          <a:bodyPr/>
          <a:lstStyle/>
          <a:p>
            <a:fld id="{9580A686-39CD-4BA7-8613-62406578D291}" type="slidenum">
              <a:rPr kumimoji="1" lang="ja-JP" altLang="en-US" smtClean="0"/>
              <a:t>4</a:t>
            </a:fld>
            <a:endParaRPr kumimoji="1" lang="ja-JP" altLang="en-US"/>
          </a:p>
        </p:txBody>
      </p:sp>
    </p:spTree>
    <p:extLst>
      <p:ext uri="{BB962C8B-B14F-4D97-AF65-F5344CB8AC3E}">
        <p14:creationId xmlns:p14="http://schemas.microsoft.com/office/powerpoint/2010/main" val="2017414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kern="1200" dirty="0">
                <a:solidFill>
                  <a:schemeClr val="tx1"/>
                </a:solidFill>
                <a:effectLst/>
                <a:latin typeface="+mn-lt"/>
                <a:ea typeface="+mn-ea"/>
                <a:cs typeface="+mn-cs"/>
              </a:rPr>
              <a:t>生成</a:t>
            </a:r>
            <a:r>
              <a:rPr kumimoji="1" lang="en-US" altLang="ja-JP" sz="1200" b="0" i="0" kern="1200" dirty="0">
                <a:solidFill>
                  <a:schemeClr val="tx1"/>
                </a:solidFill>
                <a:effectLst/>
                <a:latin typeface="+mn-lt"/>
                <a:ea typeface="+mn-ea"/>
                <a:cs typeface="+mn-cs"/>
              </a:rPr>
              <a:t>AI</a:t>
            </a:r>
            <a:r>
              <a:rPr kumimoji="1" lang="ja-JP" altLang="en-US" sz="1200" b="0" i="0" kern="1200" dirty="0">
                <a:solidFill>
                  <a:schemeClr val="tx1"/>
                </a:solidFill>
                <a:effectLst/>
                <a:latin typeface="+mn-lt"/>
                <a:ea typeface="+mn-ea"/>
                <a:cs typeface="+mn-cs"/>
              </a:rPr>
              <a:t>を中心に、人材紹介業界と関連する技術に絞って紹介します。</a:t>
            </a:r>
            <a:endParaRPr kumimoji="1" lang="ja-JP" altLang="en-US" dirty="0"/>
          </a:p>
        </p:txBody>
      </p:sp>
      <p:sp>
        <p:nvSpPr>
          <p:cNvPr id="4" name="スライド番号プレースホルダー 3"/>
          <p:cNvSpPr>
            <a:spLocks noGrp="1"/>
          </p:cNvSpPr>
          <p:nvPr>
            <p:ph type="sldNum" sz="quarter" idx="5"/>
          </p:nvPr>
        </p:nvSpPr>
        <p:spPr/>
        <p:txBody>
          <a:bodyPr/>
          <a:lstStyle/>
          <a:p>
            <a:fld id="{9580A686-39CD-4BA7-8613-62406578D291}" type="slidenum">
              <a:rPr kumimoji="1" lang="ja-JP" altLang="en-US" smtClean="0"/>
              <a:t>11</a:t>
            </a:fld>
            <a:endParaRPr kumimoji="1" lang="ja-JP" altLang="en-US"/>
          </a:p>
        </p:txBody>
      </p:sp>
    </p:spTree>
    <p:extLst>
      <p:ext uri="{BB962C8B-B14F-4D97-AF65-F5344CB8AC3E}">
        <p14:creationId xmlns:p14="http://schemas.microsoft.com/office/powerpoint/2010/main" val="368439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これはあくまで一例ですが、このような形で、皆さんの日常業務における</a:t>
            </a:r>
            <a:r>
              <a:rPr kumimoji="1" lang="en-US" altLang="ja-JP" dirty="0"/>
              <a:t>『</a:t>
            </a:r>
            <a:r>
              <a:rPr kumimoji="1" lang="ja-JP" altLang="en-US" dirty="0"/>
              <a:t>文章作成に関わる手間</a:t>
            </a:r>
            <a:r>
              <a:rPr kumimoji="1" lang="en-US" altLang="ja-JP" dirty="0"/>
              <a:t>』</a:t>
            </a:r>
            <a:r>
              <a:rPr kumimoji="1" lang="ja-JP" altLang="en-US" dirty="0"/>
              <a:t>を大きく削減し、より本質的な業務に集中できるようになるのが、生成</a:t>
            </a:r>
            <a:r>
              <a:rPr kumimoji="1" lang="en-US" altLang="ja-JP" dirty="0"/>
              <a:t>AI</a:t>
            </a:r>
            <a:r>
              <a:rPr kumimoji="1" lang="ja-JP" altLang="en-US" dirty="0"/>
              <a:t>の大きなメリットの一つです。</a:t>
            </a:r>
          </a:p>
        </p:txBody>
      </p:sp>
      <p:sp>
        <p:nvSpPr>
          <p:cNvPr id="4" name="スライド番号プレースホルダー 3"/>
          <p:cNvSpPr>
            <a:spLocks noGrp="1"/>
          </p:cNvSpPr>
          <p:nvPr>
            <p:ph type="sldNum" sz="quarter" idx="5"/>
          </p:nvPr>
        </p:nvSpPr>
        <p:spPr/>
        <p:txBody>
          <a:bodyPr/>
          <a:lstStyle/>
          <a:p>
            <a:fld id="{9580A686-39CD-4BA7-8613-62406578D291}" type="slidenum">
              <a:rPr kumimoji="1" lang="ja-JP" altLang="en-US" smtClean="0"/>
              <a:t>12</a:t>
            </a:fld>
            <a:endParaRPr kumimoji="1" lang="ja-JP" altLang="en-US"/>
          </a:p>
        </p:txBody>
      </p:sp>
    </p:spTree>
    <p:extLst>
      <p:ext uri="{BB962C8B-B14F-4D97-AF65-F5344CB8AC3E}">
        <p14:creationId xmlns:p14="http://schemas.microsoft.com/office/powerpoint/2010/main" val="1726203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具体的に自社の業務に落とし込んで考えてもらうためのパートです。</a:t>
            </a:r>
          </a:p>
        </p:txBody>
      </p:sp>
      <p:sp>
        <p:nvSpPr>
          <p:cNvPr id="4" name="スライド番号プレースホルダー 3"/>
          <p:cNvSpPr>
            <a:spLocks noGrp="1"/>
          </p:cNvSpPr>
          <p:nvPr>
            <p:ph type="sldNum" sz="quarter" idx="5"/>
          </p:nvPr>
        </p:nvSpPr>
        <p:spPr/>
        <p:txBody>
          <a:bodyPr/>
          <a:lstStyle/>
          <a:p>
            <a:fld id="{9580A686-39CD-4BA7-8613-62406578D291}" type="slidenum">
              <a:rPr kumimoji="1" lang="ja-JP" altLang="en-US" smtClean="0"/>
              <a:t>14</a:t>
            </a:fld>
            <a:endParaRPr kumimoji="1" lang="ja-JP" altLang="en-US"/>
          </a:p>
        </p:txBody>
      </p:sp>
    </p:spTree>
    <p:extLst>
      <p:ext uri="{BB962C8B-B14F-4D97-AF65-F5344CB8AC3E}">
        <p14:creationId xmlns:p14="http://schemas.microsoft.com/office/powerpoint/2010/main" val="2301589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ja-JP" altLang="en-US"/>
              <a:t>マスター タイトルの書式設定</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164483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471535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123758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77677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1773425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709545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341872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ja-JP" altLang="en-US"/>
              <a:t>マスター タイトルの書式設定</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72582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797586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24411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ja-JP" altLang="en-US"/>
              <a:t>マスター タイトルの書式設定</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A931E7-D91B-4400-BB7A-C87D6BFA3BFF}" type="slidenum">
              <a:rPr kumimoji="1" lang="ja-JP" altLang="en-US" smtClean="0"/>
              <a:t>‹#›</a:t>
            </a:fld>
            <a:endParaRPr kumimoji="1" lang="ja-JP"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59245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664350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ja-JP" altLang="en-US"/>
              <a:t>マスター タイトルの書式設定</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A931E7-D91B-4400-BB7A-C87D6BFA3BFF}" type="slidenum">
              <a:rPr kumimoji="1" lang="ja-JP" altLang="en-US" smtClean="0"/>
              <a:t>‹#›</a:t>
            </a:fld>
            <a:endParaRPr kumimoji="1" lang="ja-JP"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09436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ja-JP" altLang="en-US"/>
              <a:t>マスター タイトルの書式設定</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3629984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3745386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842580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C951353-040E-4873-A6AB-5A3125AC1941}" type="datetimeFigureOut">
              <a:rPr kumimoji="1" lang="ja-JP" altLang="en-US" smtClean="0"/>
              <a:t>2025/11/13</a:t>
            </a:fld>
            <a:endParaRPr kumimoji="1" lang="ja-JP"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668911800"/>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kumimoji="1" sz="3600" kern="1200">
          <a:solidFill>
            <a:schemeClr val="accent2">
              <a:lumMod val="75000"/>
            </a:schemeClr>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oonlightsbreath2025@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Industrial_Revolution"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www.renaix.com/industry-4-0-the-fourth-industrial-revolution/" TargetMode="External"/><Relationship Id="rId4" Type="http://schemas.openxmlformats.org/officeDocument/2006/relationships/hyperlink" Target="https://en.wikipedia.org/wiki/Fourth_Industrial_Revolution"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figure/Relationship-between-artificial-intelligence-machine-learning-neural-network-and-deep_fig3_354124420"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wiki.imindlabs.com.au/ds/dl/1_models/2-cnn/3_alexnet/"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kardome.com/blog-posts/difference-speech-and-voice-recognition"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t-trend.jp/textmining/article/124-0027"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ameronrwolfe.substack.com/p/llm-scaling-laws"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44852C-5068-BF89-89A9-92D78C0E00BF}"/>
              </a:ext>
            </a:extLst>
          </p:cNvPr>
          <p:cNvSpPr>
            <a:spLocks noGrp="1"/>
          </p:cNvSpPr>
          <p:nvPr>
            <p:ph type="ctrTitle"/>
          </p:nvPr>
        </p:nvSpPr>
        <p:spPr>
          <a:xfrm>
            <a:off x="1660713" y="1314259"/>
            <a:ext cx="9574306" cy="1872693"/>
          </a:xfrm>
        </p:spPr>
        <p:txBody>
          <a:bodyPr>
            <a:normAutofit/>
          </a:bodyPr>
          <a:lstStyle/>
          <a:p>
            <a:pPr algn="ctr"/>
            <a:r>
              <a:rPr kumimoji="1" lang="ja-JP" altLang="en-US" sz="4400" dirty="0">
                <a:latin typeface="+mn-ea"/>
                <a:ea typeface="+mn-ea"/>
              </a:rPr>
              <a:t>中小人材紹介企業様への</a:t>
            </a:r>
            <a:r>
              <a:rPr kumimoji="1" lang="en-US" altLang="ja-JP" sz="4400" dirty="0">
                <a:latin typeface="+mn-ea"/>
                <a:ea typeface="+mn-ea"/>
              </a:rPr>
              <a:t>AI</a:t>
            </a:r>
            <a:r>
              <a:rPr kumimoji="1" lang="ja-JP" altLang="en-US" sz="4400" dirty="0">
                <a:latin typeface="+mn-ea"/>
                <a:ea typeface="+mn-ea"/>
              </a:rPr>
              <a:t>に関するご紹介</a:t>
            </a:r>
          </a:p>
        </p:txBody>
      </p:sp>
      <p:sp>
        <p:nvSpPr>
          <p:cNvPr id="3" name="字幕 2">
            <a:extLst>
              <a:ext uri="{FF2B5EF4-FFF2-40B4-BE49-F238E27FC236}">
                <a16:creationId xmlns:a16="http://schemas.microsoft.com/office/drawing/2014/main" id="{76A3DF47-E48A-D8A2-C510-7819793A1929}"/>
              </a:ext>
            </a:extLst>
          </p:cNvPr>
          <p:cNvSpPr>
            <a:spLocks noGrp="1"/>
          </p:cNvSpPr>
          <p:nvPr>
            <p:ph type="subTitle" idx="1"/>
          </p:nvPr>
        </p:nvSpPr>
        <p:spPr>
          <a:xfrm>
            <a:off x="5388909" y="3843758"/>
            <a:ext cx="1701052" cy="432407"/>
          </a:xfrm>
        </p:spPr>
        <p:txBody>
          <a:bodyPr>
            <a:normAutofit fontScale="70000" lnSpcReduction="20000"/>
          </a:bodyPr>
          <a:lstStyle/>
          <a:p>
            <a:r>
              <a:rPr kumimoji="1" lang="en-US" altLang="ja-JP" sz="2000" dirty="0" err="1">
                <a:latin typeface="+mn-ea"/>
                <a:hlinkClick r:id="rId2"/>
              </a:rPr>
              <a:t>Moonlightsbreath</a:t>
            </a:r>
            <a:endParaRPr lang="en-US" altLang="ja-JP" sz="2000" dirty="0">
              <a:latin typeface="+mn-ea"/>
            </a:endParaRPr>
          </a:p>
        </p:txBody>
      </p:sp>
      <p:sp>
        <p:nvSpPr>
          <p:cNvPr id="7" name="テキスト ボックス 6">
            <a:extLst>
              <a:ext uri="{FF2B5EF4-FFF2-40B4-BE49-F238E27FC236}">
                <a16:creationId xmlns:a16="http://schemas.microsoft.com/office/drawing/2014/main" id="{6F5CC2DA-FF8A-6429-5669-9FD41568144B}"/>
              </a:ext>
            </a:extLst>
          </p:cNvPr>
          <p:cNvSpPr txBox="1"/>
          <p:nvPr/>
        </p:nvSpPr>
        <p:spPr>
          <a:xfrm>
            <a:off x="5466229" y="4202438"/>
            <a:ext cx="1546411" cy="369332"/>
          </a:xfrm>
          <a:prstGeom prst="rect">
            <a:avLst/>
          </a:prstGeom>
          <a:noFill/>
        </p:spPr>
        <p:txBody>
          <a:bodyPr wrap="square">
            <a:spAutoFit/>
          </a:bodyPr>
          <a:lstStyle/>
          <a:p>
            <a:r>
              <a:rPr lang="en-US" altLang="ja-JP" sz="1800" dirty="0">
                <a:solidFill>
                  <a:schemeClr val="bg1">
                    <a:lumMod val="50000"/>
                  </a:schemeClr>
                </a:solidFill>
                <a:latin typeface="+mn-ea"/>
              </a:rPr>
              <a:t>2025/10/09</a:t>
            </a:r>
            <a:endParaRPr kumimoji="1" lang="en-US" altLang="ja-JP" sz="1800" dirty="0">
              <a:solidFill>
                <a:schemeClr val="bg1">
                  <a:lumMod val="50000"/>
                </a:schemeClr>
              </a:solidFill>
              <a:latin typeface="+mn-ea"/>
            </a:endParaRPr>
          </a:p>
        </p:txBody>
      </p:sp>
    </p:spTree>
    <p:extLst>
      <p:ext uri="{BB962C8B-B14F-4D97-AF65-F5344CB8AC3E}">
        <p14:creationId xmlns:p14="http://schemas.microsoft.com/office/powerpoint/2010/main" val="3156693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1A4E70-CD02-EFEE-D0FE-ADE84B718CA3}"/>
              </a:ext>
            </a:extLst>
          </p:cNvPr>
          <p:cNvSpPr>
            <a:spLocks noGrp="1"/>
          </p:cNvSpPr>
          <p:nvPr>
            <p:ph type="title"/>
          </p:nvPr>
        </p:nvSpPr>
        <p:spPr>
          <a:xfrm>
            <a:off x="2592925" y="624110"/>
            <a:ext cx="8911687" cy="642987"/>
          </a:xfrm>
        </p:spPr>
        <p:txBody>
          <a:bodyPr/>
          <a:lstStyle/>
          <a:p>
            <a:r>
              <a:rPr kumimoji="1" lang="ja-JP" altLang="en-US" dirty="0"/>
              <a:t>導入</a:t>
            </a:r>
          </a:p>
        </p:txBody>
      </p:sp>
      <p:sp>
        <p:nvSpPr>
          <p:cNvPr id="3" name="コンテンツ プレースホルダー 2">
            <a:extLst>
              <a:ext uri="{FF2B5EF4-FFF2-40B4-BE49-F238E27FC236}">
                <a16:creationId xmlns:a16="http://schemas.microsoft.com/office/drawing/2014/main" id="{5D97146B-1203-B61E-9472-5758DA67FD4A}"/>
              </a:ext>
            </a:extLst>
          </p:cNvPr>
          <p:cNvSpPr>
            <a:spLocks noGrp="1"/>
          </p:cNvSpPr>
          <p:nvPr>
            <p:ph idx="1"/>
          </p:nvPr>
        </p:nvSpPr>
        <p:spPr>
          <a:xfrm>
            <a:off x="2589212" y="1404257"/>
            <a:ext cx="8915400" cy="4506965"/>
          </a:xfrm>
        </p:spPr>
        <p:txBody>
          <a:bodyPr/>
          <a:lstStyle/>
          <a:p>
            <a:r>
              <a:rPr lang="ja-JP" altLang="en-US" dirty="0"/>
              <a:t>目的提示：</a:t>
            </a:r>
            <a:r>
              <a:rPr lang="en-US" altLang="ja-JP" dirty="0"/>
              <a:t>AI</a:t>
            </a:r>
            <a:r>
              <a:rPr lang="ja-JP" altLang="en-US" dirty="0"/>
              <a:t>の基礎知識を習得し、自社ビジネスへの活用可能性を考えるきっかけとする。</a:t>
            </a:r>
          </a:p>
          <a:p>
            <a:r>
              <a:rPr lang="ja-JP" altLang="en-US" dirty="0"/>
              <a:t>現状認識：人材紹介業界における</a:t>
            </a:r>
            <a:r>
              <a:rPr lang="en-US" altLang="ja-JP" dirty="0"/>
              <a:t>AI</a:t>
            </a:r>
            <a:r>
              <a:rPr lang="ja-JP" altLang="en-US" dirty="0"/>
              <a:t>への関心の高まりと、期待されるメリット（業務効率化、マッチング精度向上、新たな価値創造）。</a:t>
            </a:r>
            <a:endParaRPr kumimoji="1" lang="ja-JP" altLang="en-US" dirty="0"/>
          </a:p>
        </p:txBody>
      </p:sp>
    </p:spTree>
    <p:extLst>
      <p:ext uri="{BB962C8B-B14F-4D97-AF65-F5344CB8AC3E}">
        <p14:creationId xmlns:p14="http://schemas.microsoft.com/office/powerpoint/2010/main" val="532660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E423B-FD52-8331-ED20-2BB51A902F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0A1985-968C-6D7E-BFFB-A01B8EDDEBED}"/>
              </a:ext>
            </a:extLst>
          </p:cNvPr>
          <p:cNvSpPr>
            <a:spLocks noGrp="1"/>
          </p:cNvSpPr>
          <p:nvPr>
            <p:ph type="title"/>
          </p:nvPr>
        </p:nvSpPr>
        <p:spPr>
          <a:xfrm>
            <a:off x="2592925" y="624110"/>
            <a:ext cx="8911687" cy="642987"/>
          </a:xfrm>
        </p:spPr>
        <p:txBody>
          <a:bodyPr/>
          <a:lstStyle/>
          <a:p>
            <a:r>
              <a:rPr lang="ja-JP" altLang="en-US" dirty="0"/>
              <a:t>アジェンダ</a:t>
            </a:r>
            <a:endParaRPr kumimoji="1" lang="ja-JP" altLang="en-US" dirty="0"/>
          </a:p>
        </p:txBody>
      </p:sp>
      <p:sp>
        <p:nvSpPr>
          <p:cNvPr id="3" name="コンテンツ プレースホルダー 2">
            <a:extLst>
              <a:ext uri="{FF2B5EF4-FFF2-40B4-BE49-F238E27FC236}">
                <a16:creationId xmlns:a16="http://schemas.microsoft.com/office/drawing/2014/main" id="{9E5DE5AC-B837-68B3-1D23-294F471106E1}"/>
              </a:ext>
            </a:extLst>
          </p:cNvPr>
          <p:cNvSpPr>
            <a:spLocks noGrp="1"/>
          </p:cNvSpPr>
          <p:nvPr>
            <p:ph idx="1"/>
          </p:nvPr>
        </p:nvSpPr>
        <p:spPr>
          <a:xfrm>
            <a:off x="2589212" y="1404257"/>
            <a:ext cx="8915400" cy="4506965"/>
          </a:xfrm>
        </p:spPr>
        <p:txBody>
          <a:bodyPr/>
          <a:lstStyle/>
          <a:p>
            <a:r>
              <a:rPr lang="en-US" altLang="ja-JP" dirty="0"/>
              <a:t>1. AI</a:t>
            </a:r>
            <a:r>
              <a:rPr lang="ja-JP" altLang="en-US" dirty="0"/>
              <a:t>の基礎</a:t>
            </a:r>
            <a:r>
              <a:rPr lang="en-US" altLang="ja-JP" dirty="0"/>
              <a:t>(20</a:t>
            </a:r>
            <a:r>
              <a:rPr lang="ja-JP" altLang="en-US" dirty="0"/>
              <a:t>分</a:t>
            </a:r>
            <a:r>
              <a:rPr lang="en-US" altLang="ja-JP" dirty="0"/>
              <a:t>)</a:t>
            </a:r>
            <a:endParaRPr lang="ja-JP" altLang="en-US" dirty="0"/>
          </a:p>
          <a:p>
            <a:r>
              <a:rPr lang="en-US" altLang="ja-JP" dirty="0"/>
              <a:t>2. </a:t>
            </a:r>
            <a:r>
              <a:rPr lang="ja-JP" altLang="en-US" dirty="0"/>
              <a:t>最新</a:t>
            </a:r>
            <a:r>
              <a:rPr lang="en-US" altLang="ja-JP" dirty="0"/>
              <a:t>AI</a:t>
            </a:r>
            <a:r>
              <a:rPr lang="ja-JP" altLang="en-US" dirty="0"/>
              <a:t>技術の動向とビジネス応用例 </a:t>
            </a:r>
            <a:r>
              <a:rPr lang="en-US" altLang="ja-JP" dirty="0"/>
              <a:t>(10</a:t>
            </a:r>
            <a:r>
              <a:rPr lang="ja-JP" altLang="en-US" dirty="0"/>
              <a:t>分</a:t>
            </a:r>
            <a:r>
              <a:rPr lang="en-US" altLang="ja-JP" dirty="0"/>
              <a:t>)</a:t>
            </a:r>
            <a:endParaRPr lang="ja-JP" altLang="en-US" dirty="0"/>
          </a:p>
          <a:p>
            <a:r>
              <a:rPr lang="en-US" altLang="ja-JP" dirty="0"/>
              <a:t>3. </a:t>
            </a:r>
            <a:r>
              <a:rPr lang="ja-JP" altLang="en-US" dirty="0"/>
              <a:t>人材紹介業界における</a:t>
            </a:r>
            <a:r>
              <a:rPr lang="en-US" altLang="ja-JP" dirty="0"/>
              <a:t>AI</a:t>
            </a:r>
            <a:r>
              <a:rPr lang="ja-JP" altLang="en-US" dirty="0"/>
              <a:t>活用シナリオ </a:t>
            </a:r>
            <a:r>
              <a:rPr lang="en-US" altLang="ja-JP" dirty="0"/>
              <a:t>(5</a:t>
            </a:r>
            <a:r>
              <a:rPr lang="ja-JP" altLang="en-US" dirty="0"/>
              <a:t>分</a:t>
            </a:r>
            <a:r>
              <a:rPr lang="en-US" altLang="ja-JP" dirty="0"/>
              <a:t>)</a:t>
            </a:r>
            <a:endParaRPr lang="ja-JP" altLang="en-US" dirty="0"/>
          </a:p>
          <a:p>
            <a:r>
              <a:rPr lang="en-US" altLang="ja-JP" dirty="0"/>
              <a:t>4. AI</a:t>
            </a:r>
            <a:r>
              <a:rPr lang="ja-JP" altLang="en-US" dirty="0"/>
              <a:t>導入・活用の第一歩 </a:t>
            </a:r>
            <a:r>
              <a:rPr lang="en-US" altLang="ja-JP" dirty="0"/>
              <a:t>(5</a:t>
            </a:r>
            <a:r>
              <a:rPr lang="ja-JP" altLang="en-US" dirty="0"/>
              <a:t>分</a:t>
            </a:r>
            <a:r>
              <a:rPr lang="en-US" altLang="ja-JP" dirty="0"/>
              <a:t>)</a:t>
            </a:r>
            <a:endParaRPr lang="ja-JP" altLang="en-US" dirty="0"/>
          </a:p>
        </p:txBody>
      </p:sp>
    </p:spTree>
    <p:extLst>
      <p:ext uri="{BB962C8B-B14F-4D97-AF65-F5344CB8AC3E}">
        <p14:creationId xmlns:p14="http://schemas.microsoft.com/office/powerpoint/2010/main" val="3193424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A15A9-6235-5AC0-3B31-78E8E142EB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DCC740-8902-AB34-38E2-9C57A05AEBFA}"/>
              </a:ext>
            </a:extLst>
          </p:cNvPr>
          <p:cNvSpPr>
            <a:spLocks noGrp="1"/>
          </p:cNvSpPr>
          <p:nvPr>
            <p:ph type="title"/>
          </p:nvPr>
        </p:nvSpPr>
        <p:spPr>
          <a:xfrm>
            <a:off x="2592925" y="624110"/>
            <a:ext cx="8911687" cy="642987"/>
          </a:xfrm>
        </p:spPr>
        <p:txBody>
          <a:bodyPr/>
          <a:lstStyle/>
          <a:p>
            <a:r>
              <a:rPr kumimoji="1" lang="en-US" altLang="ja-JP" dirty="0"/>
              <a:t>1. AI</a:t>
            </a:r>
            <a:r>
              <a:rPr kumimoji="1" lang="ja-JP" altLang="en-US" dirty="0"/>
              <a:t>とは何か？</a:t>
            </a:r>
          </a:p>
        </p:txBody>
      </p:sp>
      <p:sp>
        <p:nvSpPr>
          <p:cNvPr id="3" name="コンテンツ プレースホルダー 2">
            <a:extLst>
              <a:ext uri="{FF2B5EF4-FFF2-40B4-BE49-F238E27FC236}">
                <a16:creationId xmlns:a16="http://schemas.microsoft.com/office/drawing/2014/main" id="{80743EE7-F1FA-D7DF-0238-049137F1D828}"/>
              </a:ext>
            </a:extLst>
          </p:cNvPr>
          <p:cNvSpPr>
            <a:spLocks noGrp="1"/>
          </p:cNvSpPr>
          <p:nvPr>
            <p:ph idx="1"/>
          </p:nvPr>
        </p:nvSpPr>
        <p:spPr>
          <a:xfrm>
            <a:off x="2589212" y="1404257"/>
            <a:ext cx="8915400" cy="4506965"/>
          </a:xfrm>
        </p:spPr>
        <p:txBody>
          <a:bodyPr>
            <a:normAutofit fontScale="77500" lnSpcReduction="20000"/>
          </a:bodyPr>
          <a:lstStyle/>
          <a:p>
            <a:r>
              <a:rPr lang="en-US" altLang="ja-JP" b="1" dirty="0"/>
              <a:t>AI</a:t>
            </a:r>
            <a:r>
              <a:rPr lang="ja-JP" altLang="en-US" b="1" dirty="0"/>
              <a:t>とは何か？</a:t>
            </a:r>
            <a:endParaRPr lang="ja-JP" altLang="en-US" dirty="0"/>
          </a:p>
          <a:p>
            <a:pPr lvl="1"/>
            <a:r>
              <a:rPr lang="ja-JP" altLang="en-US" dirty="0"/>
              <a:t>定義：人間の知的な活動をコンピュータで模倣すること。</a:t>
            </a:r>
          </a:p>
          <a:p>
            <a:pPr lvl="1"/>
            <a:r>
              <a:rPr lang="ja-JP" altLang="en-US" dirty="0"/>
              <a:t>歴史の概観：ブームと冬の時代を繰り返し、なぜ今注目されているのか（データ、計算能力、アルゴリズムの進化）。</a:t>
            </a:r>
          </a:p>
          <a:p>
            <a:r>
              <a:rPr lang="ja-JP" altLang="en-US" b="1" dirty="0"/>
              <a:t>機械学習</a:t>
            </a:r>
            <a:endParaRPr lang="en-US" altLang="ja-JP" b="1" dirty="0"/>
          </a:p>
          <a:p>
            <a:pPr marL="457200" lvl="1" indent="0">
              <a:buNone/>
            </a:pPr>
            <a:r>
              <a:rPr lang="en-US" altLang="ja-JP" dirty="0"/>
              <a:t>AI</a:t>
            </a:r>
            <a:r>
              <a:rPr lang="ja-JP" altLang="en-US" dirty="0"/>
              <a:t>の中核をなす技術であることを明確にする。</a:t>
            </a:r>
          </a:p>
          <a:p>
            <a:pPr lvl="1"/>
            <a:r>
              <a:rPr lang="ja-JP" altLang="en-US" b="1" dirty="0"/>
              <a:t>教師あり学習</a:t>
            </a:r>
            <a:r>
              <a:rPr lang="ja-JP" altLang="en-US" dirty="0"/>
              <a:t>：</a:t>
            </a:r>
          </a:p>
          <a:p>
            <a:pPr lvl="2"/>
            <a:r>
              <a:rPr lang="ja-JP" altLang="en-US" dirty="0"/>
              <a:t>例：履歴書データから最適な求人推薦、</a:t>
            </a:r>
            <a:r>
              <a:rPr lang="ja-JP" altLang="en-US" b="1" dirty="0"/>
              <a:t>過去の決定データ</a:t>
            </a:r>
            <a:r>
              <a:rPr lang="ja-JP" altLang="en-US" dirty="0"/>
              <a:t>から</a:t>
            </a:r>
            <a:r>
              <a:rPr lang="ja-JP" altLang="en-US" b="1" dirty="0"/>
              <a:t>採用成功確率予測</a:t>
            </a:r>
            <a:r>
              <a:rPr lang="ja-JP" altLang="en-US" dirty="0"/>
              <a:t>。</a:t>
            </a:r>
          </a:p>
          <a:p>
            <a:pPr lvl="2"/>
            <a:r>
              <a:rPr lang="ja-JP" altLang="en-US" dirty="0"/>
              <a:t>「正解データ」を教え込むことの重要性。</a:t>
            </a:r>
          </a:p>
          <a:p>
            <a:pPr lvl="1"/>
            <a:r>
              <a:rPr lang="ja-JP" altLang="en-US" b="1" dirty="0"/>
              <a:t>教師なし学習</a:t>
            </a:r>
            <a:r>
              <a:rPr lang="ja-JP" altLang="en-US" dirty="0"/>
              <a:t>：</a:t>
            </a:r>
          </a:p>
          <a:p>
            <a:pPr lvl="2"/>
            <a:r>
              <a:rPr lang="ja-JP" altLang="en-US" dirty="0"/>
              <a:t>例：大量の職務経歴書から</a:t>
            </a:r>
            <a:r>
              <a:rPr lang="ja-JP" altLang="en-US" b="1" dirty="0"/>
              <a:t>類似する</a:t>
            </a:r>
            <a:r>
              <a:rPr lang="ja-JP" altLang="en-US" dirty="0"/>
              <a:t>スキルセットを持つ</a:t>
            </a:r>
            <a:r>
              <a:rPr lang="ja-JP" altLang="en-US" b="1" dirty="0"/>
              <a:t>候補者グループ</a:t>
            </a:r>
            <a:r>
              <a:rPr lang="ja-JP" altLang="en-US" dirty="0"/>
              <a:t>の抽出。</a:t>
            </a:r>
          </a:p>
          <a:p>
            <a:pPr lvl="2"/>
            <a:r>
              <a:rPr lang="ja-JP" altLang="en-US" dirty="0"/>
              <a:t>データの構造やパターンを発見する。</a:t>
            </a:r>
          </a:p>
          <a:p>
            <a:pPr lvl="1"/>
            <a:r>
              <a:rPr lang="ja-JP" altLang="en-US" b="1" dirty="0"/>
              <a:t>強化学習</a:t>
            </a:r>
            <a:r>
              <a:rPr lang="ja-JP" altLang="en-US" dirty="0"/>
              <a:t>：</a:t>
            </a:r>
          </a:p>
          <a:p>
            <a:pPr lvl="2"/>
            <a:r>
              <a:rPr lang="ja-JP" altLang="en-US" dirty="0"/>
              <a:t>（人材紹介での直接的な応用は少ないが、概念として触れる）</a:t>
            </a:r>
            <a:r>
              <a:rPr lang="ja-JP" altLang="en-US" b="1" dirty="0"/>
              <a:t>試行錯誤</a:t>
            </a:r>
            <a:r>
              <a:rPr lang="ja-JP" altLang="en-US" dirty="0"/>
              <a:t>を通じて</a:t>
            </a:r>
            <a:r>
              <a:rPr lang="ja-JP" altLang="en-US" b="1" dirty="0"/>
              <a:t>最適な行動を学習する</a:t>
            </a:r>
            <a:r>
              <a:rPr lang="ja-JP" altLang="en-US" dirty="0"/>
              <a:t>。</a:t>
            </a:r>
          </a:p>
          <a:p>
            <a:r>
              <a:rPr lang="ja-JP" altLang="en-US" b="1" dirty="0"/>
              <a:t>深層学習（ディープラーニング）のインパクト</a:t>
            </a:r>
            <a:endParaRPr lang="ja-JP" altLang="en-US" dirty="0"/>
          </a:p>
          <a:p>
            <a:pPr lvl="1"/>
            <a:r>
              <a:rPr lang="ja-JP" altLang="en-US" dirty="0"/>
              <a:t>機械学習の一種であり、特に人間の脳の構造を模倣したニューラルネットワークが多層になったもの。</a:t>
            </a:r>
          </a:p>
          <a:p>
            <a:pPr lvl="1"/>
            <a:r>
              <a:rPr lang="ja-JP" altLang="en-US" dirty="0">
                <a:solidFill>
                  <a:schemeClr val="tx1"/>
                </a:solidFill>
              </a:rPr>
              <a:t>画像認識、音声認識、自然言語処理でブレイクスルーを起こしたことを簡潔に説明。</a:t>
            </a:r>
          </a:p>
          <a:p>
            <a:endParaRPr lang="ja-JP" altLang="en-US" dirty="0"/>
          </a:p>
        </p:txBody>
      </p:sp>
    </p:spTree>
    <p:extLst>
      <p:ext uri="{BB962C8B-B14F-4D97-AF65-F5344CB8AC3E}">
        <p14:creationId xmlns:p14="http://schemas.microsoft.com/office/powerpoint/2010/main" val="336789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3FF25D-97C7-2AF2-9DED-7AD78669A2F9}"/>
              </a:ext>
            </a:extLst>
          </p:cNvPr>
          <p:cNvSpPr>
            <a:spLocks noGrp="1"/>
          </p:cNvSpPr>
          <p:nvPr>
            <p:ph type="title"/>
          </p:nvPr>
        </p:nvSpPr>
        <p:spPr>
          <a:xfrm>
            <a:off x="2592925" y="624110"/>
            <a:ext cx="8911687" cy="616861"/>
          </a:xfrm>
        </p:spPr>
        <p:txBody>
          <a:bodyPr>
            <a:normAutofit fontScale="90000"/>
          </a:bodyPr>
          <a:lstStyle/>
          <a:p>
            <a:r>
              <a:rPr kumimoji="1" lang="en-US" altLang="ja-JP" dirty="0"/>
              <a:t>Industry Revolution (IR)</a:t>
            </a:r>
            <a:endParaRPr kumimoji="1" lang="ja-JP" altLang="en-US" dirty="0"/>
          </a:p>
        </p:txBody>
      </p:sp>
      <p:pic>
        <p:nvPicPr>
          <p:cNvPr id="3074" name="Picture 2">
            <a:extLst>
              <a:ext uri="{FF2B5EF4-FFF2-40B4-BE49-F238E27FC236}">
                <a16:creationId xmlns:a16="http://schemas.microsoft.com/office/drawing/2014/main" id="{69FD2C79-A672-913B-77F1-D2FBAECDB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824" y="2080903"/>
            <a:ext cx="5966022" cy="2895618"/>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4B1FD74F-B6C4-F318-F719-7B6850D151BB}"/>
              </a:ext>
            </a:extLst>
          </p:cNvPr>
          <p:cNvSpPr txBox="1"/>
          <p:nvPr/>
        </p:nvSpPr>
        <p:spPr>
          <a:xfrm>
            <a:off x="9490165" y="6347884"/>
            <a:ext cx="2701836" cy="461665"/>
          </a:xfrm>
          <a:prstGeom prst="rect">
            <a:avLst/>
          </a:prstGeom>
          <a:noFill/>
        </p:spPr>
        <p:txBody>
          <a:bodyPr wrap="square">
            <a:spAutoFit/>
          </a:bodyPr>
          <a:lstStyle/>
          <a:p>
            <a:r>
              <a:rPr lang="fr-FR" altLang="ja-JP" sz="600" dirty="0"/>
              <a:t>Source:</a:t>
            </a:r>
          </a:p>
          <a:p>
            <a:r>
              <a:rPr lang="fr-FR" altLang="ja-JP" sz="600" dirty="0">
                <a:hlinkClick r:id="rId3"/>
              </a:rPr>
              <a:t>https://en.wikipedia.org/wiki/Industrial_Revolution</a:t>
            </a:r>
            <a:r>
              <a:rPr lang="fr-FR" altLang="ja-JP" sz="600" dirty="0"/>
              <a:t> </a:t>
            </a:r>
          </a:p>
          <a:p>
            <a:r>
              <a:rPr lang="fr-FR" altLang="ja-JP" sz="600" dirty="0">
                <a:hlinkClick r:id="rId4"/>
              </a:rPr>
              <a:t>https://en.wikipedia.org/wiki/Fourth_Industrial_Revolution</a:t>
            </a:r>
            <a:r>
              <a:rPr lang="fr-FR" altLang="ja-JP" sz="600" dirty="0"/>
              <a:t> </a:t>
            </a:r>
          </a:p>
          <a:p>
            <a:r>
              <a:rPr lang="fr-FR" altLang="ja-JP" sz="600" dirty="0">
                <a:hlinkClick r:id="rId5"/>
              </a:rPr>
              <a:t>https://www.renaix.com/industry-4-0-the-fourth-industrial-revolution/</a:t>
            </a:r>
            <a:r>
              <a:rPr lang="fr-FR" altLang="ja-JP" sz="600" dirty="0"/>
              <a:t> </a:t>
            </a:r>
            <a:endParaRPr lang="ja-JP" altLang="en-US" sz="600" dirty="0"/>
          </a:p>
        </p:txBody>
      </p:sp>
      <p:sp>
        <p:nvSpPr>
          <p:cNvPr id="7" name="テキスト ボックス 6">
            <a:extLst>
              <a:ext uri="{FF2B5EF4-FFF2-40B4-BE49-F238E27FC236}">
                <a16:creationId xmlns:a16="http://schemas.microsoft.com/office/drawing/2014/main" id="{1E99D44D-A632-EF33-FA04-2A14A1972B7A}"/>
              </a:ext>
            </a:extLst>
          </p:cNvPr>
          <p:cNvSpPr txBox="1"/>
          <p:nvPr/>
        </p:nvSpPr>
        <p:spPr>
          <a:xfrm>
            <a:off x="3193869" y="5118972"/>
            <a:ext cx="1476103" cy="830997"/>
          </a:xfrm>
          <a:prstGeom prst="rect">
            <a:avLst/>
          </a:prstGeom>
          <a:noFill/>
          <a:ln>
            <a:solidFill>
              <a:schemeClr val="bg1"/>
            </a:solidFill>
          </a:ln>
        </p:spPr>
        <p:txBody>
          <a:bodyPr wrap="square">
            <a:spAutoFit/>
          </a:bodyPr>
          <a:lstStyle/>
          <a:p>
            <a:r>
              <a:rPr lang="en-US" altLang="ja-JP" sz="1200" dirty="0"/>
              <a:t>IR1.0 (18</a:t>
            </a:r>
            <a:r>
              <a:rPr lang="en-US" altLang="zh-CN" sz="1200" baseline="30000" dirty="0"/>
              <a:t>th</a:t>
            </a:r>
            <a:r>
              <a:rPr lang="en-US" altLang="zh-CN" sz="1200" dirty="0"/>
              <a:t> century to the Middle of 19</a:t>
            </a:r>
            <a:r>
              <a:rPr lang="en-US" altLang="zh-CN" sz="1200" baseline="30000" dirty="0"/>
              <a:t>th</a:t>
            </a:r>
            <a:r>
              <a:rPr lang="en-US" altLang="zh-CN" sz="1200" dirty="0"/>
              <a:t> century</a:t>
            </a:r>
            <a:r>
              <a:rPr lang="en-US" altLang="ja-JP" sz="1200" dirty="0"/>
              <a:t>)</a:t>
            </a:r>
          </a:p>
        </p:txBody>
      </p:sp>
      <p:sp>
        <p:nvSpPr>
          <p:cNvPr id="8" name="テキスト ボックス 7">
            <a:extLst>
              <a:ext uri="{FF2B5EF4-FFF2-40B4-BE49-F238E27FC236}">
                <a16:creationId xmlns:a16="http://schemas.microsoft.com/office/drawing/2014/main" id="{EA79A193-9F82-D8AA-4D3E-94EB1C1A29B2}"/>
              </a:ext>
            </a:extLst>
          </p:cNvPr>
          <p:cNvSpPr txBox="1"/>
          <p:nvPr/>
        </p:nvSpPr>
        <p:spPr>
          <a:xfrm>
            <a:off x="4743994" y="5111008"/>
            <a:ext cx="1389017" cy="830997"/>
          </a:xfrm>
          <a:prstGeom prst="rect">
            <a:avLst/>
          </a:prstGeom>
          <a:noFill/>
          <a:ln>
            <a:solidFill>
              <a:schemeClr val="bg1"/>
            </a:solidFill>
          </a:ln>
        </p:spPr>
        <p:txBody>
          <a:bodyPr wrap="square">
            <a:spAutoFit/>
          </a:bodyPr>
          <a:lstStyle/>
          <a:p>
            <a:r>
              <a:rPr lang="en-US" altLang="ja-JP" sz="1200" dirty="0"/>
              <a:t>IR 2.0 (the late 19th century to the early 20th century)</a:t>
            </a:r>
          </a:p>
        </p:txBody>
      </p:sp>
      <p:sp>
        <p:nvSpPr>
          <p:cNvPr id="10" name="テキスト ボックス 9">
            <a:extLst>
              <a:ext uri="{FF2B5EF4-FFF2-40B4-BE49-F238E27FC236}">
                <a16:creationId xmlns:a16="http://schemas.microsoft.com/office/drawing/2014/main" id="{B3AA1899-1687-5AC1-F46F-F88FFF612AC5}"/>
              </a:ext>
            </a:extLst>
          </p:cNvPr>
          <p:cNvSpPr txBox="1"/>
          <p:nvPr/>
        </p:nvSpPr>
        <p:spPr>
          <a:xfrm>
            <a:off x="6207033" y="5118972"/>
            <a:ext cx="1389017" cy="830997"/>
          </a:xfrm>
          <a:prstGeom prst="rect">
            <a:avLst/>
          </a:prstGeom>
          <a:noFill/>
          <a:ln>
            <a:solidFill>
              <a:schemeClr val="bg1"/>
            </a:solidFill>
          </a:ln>
        </p:spPr>
        <p:txBody>
          <a:bodyPr wrap="square">
            <a:spAutoFit/>
          </a:bodyPr>
          <a:lstStyle/>
          <a:p>
            <a:r>
              <a:rPr lang="en-US" altLang="ja-JP" sz="1200" dirty="0"/>
              <a:t>IR 3.0 (the late 20th century to about 2015)</a:t>
            </a:r>
          </a:p>
          <a:p>
            <a:endParaRPr lang="en-US" altLang="ja-JP" sz="1200" dirty="0"/>
          </a:p>
        </p:txBody>
      </p:sp>
      <p:sp>
        <p:nvSpPr>
          <p:cNvPr id="11" name="テキスト ボックス 10">
            <a:extLst>
              <a:ext uri="{FF2B5EF4-FFF2-40B4-BE49-F238E27FC236}">
                <a16:creationId xmlns:a16="http://schemas.microsoft.com/office/drawing/2014/main" id="{D2AD34A0-620F-3F4C-4D1C-835EFC5677D5}"/>
              </a:ext>
            </a:extLst>
          </p:cNvPr>
          <p:cNvSpPr txBox="1"/>
          <p:nvPr/>
        </p:nvSpPr>
        <p:spPr>
          <a:xfrm>
            <a:off x="7670072" y="5118972"/>
            <a:ext cx="1389017" cy="461665"/>
          </a:xfrm>
          <a:prstGeom prst="rect">
            <a:avLst/>
          </a:prstGeom>
          <a:noFill/>
          <a:ln>
            <a:solidFill>
              <a:schemeClr val="bg1"/>
            </a:solidFill>
          </a:ln>
        </p:spPr>
        <p:txBody>
          <a:bodyPr wrap="square">
            <a:spAutoFit/>
          </a:bodyPr>
          <a:lstStyle/>
          <a:p>
            <a:r>
              <a:rPr lang="en-US" altLang="ja-JP" sz="1200" dirty="0"/>
              <a:t>IR 4.0 (about 2015 ~)</a:t>
            </a:r>
          </a:p>
        </p:txBody>
      </p:sp>
      <p:sp>
        <p:nvSpPr>
          <p:cNvPr id="12" name="コンテンツ プレースホルダー 2">
            <a:extLst>
              <a:ext uri="{FF2B5EF4-FFF2-40B4-BE49-F238E27FC236}">
                <a16:creationId xmlns:a16="http://schemas.microsoft.com/office/drawing/2014/main" id="{F3E06B2F-E7FB-8B7F-C9A1-C9999207B5D9}"/>
              </a:ext>
            </a:extLst>
          </p:cNvPr>
          <p:cNvSpPr>
            <a:spLocks noGrp="1"/>
          </p:cNvSpPr>
          <p:nvPr>
            <p:ph idx="1"/>
          </p:nvPr>
        </p:nvSpPr>
        <p:spPr>
          <a:xfrm>
            <a:off x="2589212" y="1299753"/>
            <a:ext cx="8915400" cy="369333"/>
          </a:xfrm>
        </p:spPr>
        <p:txBody>
          <a:bodyPr/>
          <a:lstStyle/>
          <a:p>
            <a:r>
              <a:rPr kumimoji="1" lang="en-US" altLang="ja-JP" dirty="0"/>
              <a:t>Four phases in IR</a:t>
            </a:r>
            <a:endParaRPr kumimoji="1" lang="ja-JP" altLang="en-US" dirty="0"/>
          </a:p>
        </p:txBody>
      </p:sp>
      <p:sp>
        <p:nvSpPr>
          <p:cNvPr id="3" name="テキスト ボックス 2">
            <a:extLst>
              <a:ext uri="{FF2B5EF4-FFF2-40B4-BE49-F238E27FC236}">
                <a16:creationId xmlns:a16="http://schemas.microsoft.com/office/drawing/2014/main" id="{20C32749-A6E3-AD37-FBB5-BA82E570B39B}"/>
              </a:ext>
            </a:extLst>
          </p:cNvPr>
          <p:cNvSpPr txBox="1"/>
          <p:nvPr/>
        </p:nvSpPr>
        <p:spPr>
          <a:xfrm>
            <a:off x="589722" y="125896"/>
            <a:ext cx="3180521" cy="369332"/>
          </a:xfrm>
          <a:prstGeom prst="rect">
            <a:avLst/>
          </a:prstGeom>
          <a:noFill/>
        </p:spPr>
        <p:txBody>
          <a:bodyPr wrap="square" rtlCol="0">
            <a:spAutoFit/>
          </a:bodyPr>
          <a:lstStyle/>
          <a:p>
            <a:r>
              <a:rPr kumimoji="1" lang="en-US" altLang="ja-JP" b="1" dirty="0"/>
              <a:t>[</a:t>
            </a:r>
            <a:r>
              <a:rPr kumimoji="1" lang="ja-JP" altLang="en-US" b="1" dirty="0"/>
              <a:t>参考資料</a:t>
            </a:r>
            <a:r>
              <a:rPr kumimoji="1" lang="en-US" altLang="ja-JP" b="1" dirty="0"/>
              <a:t>]</a:t>
            </a:r>
            <a:r>
              <a:rPr kumimoji="1" lang="ja-JP" altLang="en-US" b="1" dirty="0"/>
              <a:t>の内容</a:t>
            </a:r>
          </a:p>
        </p:txBody>
      </p:sp>
    </p:spTree>
    <p:extLst>
      <p:ext uri="{BB962C8B-B14F-4D97-AF65-F5344CB8AC3E}">
        <p14:creationId xmlns:p14="http://schemas.microsoft.com/office/powerpoint/2010/main" val="4215499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AA085E-900E-DF44-26DC-B8F56BEFED64}"/>
              </a:ext>
            </a:extLst>
          </p:cNvPr>
          <p:cNvSpPr>
            <a:spLocks noGrp="1"/>
          </p:cNvSpPr>
          <p:nvPr>
            <p:ph type="title"/>
          </p:nvPr>
        </p:nvSpPr>
        <p:spPr>
          <a:xfrm>
            <a:off x="2592925" y="624110"/>
            <a:ext cx="8911687" cy="518890"/>
          </a:xfrm>
        </p:spPr>
        <p:txBody>
          <a:bodyPr>
            <a:normAutofit fontScale="90000"/>
          </a:bodyPr>
          <a:lstStyle/>
          <a:p>
            <a:r>
              <a:rPr kumimoji="1" lang="fr-FR" altLang="ja-JP" dirty="0" err="1">
                <a:latin typeface="+mn-ea"/>
                <a:ea typeface="+mn-ea"/>
              </a:rPr>
              <a:t>What</a:t>
            </a:r>
            <a:r>
              <a:rPr kumimoji="1" lang="fr-FR" altLang="ja-JP" dirty="0">
                <a:latin typeface="+mn-ea"/>
                <a:ea typeface="+mn-ea"/>
              </a:rPr>
              <a:t> </a:t>
            </a:r>
            <a:r>
              <a:rPr kumimoji="1" lang="fr-FR" altLang="ja-JP" dirty="0" err="1">
                <a:latin typeface="+mn-ea"/>
                <a:ea typeface="+mn-ea"/>
              </a:rPr>
              <a:t>is</a:t>
            </a:r>
            <a:r>
              <a:rPr kumimoji="1" lang="fr-FR" altLang="ja-JP" dirty="0">
                <a:latin typeface="+mn-ea"/>
                <a:ea typeface="+mn-ea"/>
              </a:rPr>
              <a:t> AI?</a:t>
            </a:r>
            <a:br>
              <a:rPr kumimoji="1" lang="fr-FR" altLang="ja-JP" dirty="0">
                <a:latin typeface="+mn-ea"/>
                <a:ea typeface="+mn-ea"/>
              </a:rPr>
            </a:br>
            <a:endParaRPr kumimoji="1" lang="ja-JP" altLang="en-US" dirty="0">
              <a:latin typeface="+mn-ea"/>
              <a:ea typeface="+mn-ea"/>
            </a:endParaRPr>
          </a:p>
        </p:txBody>
      </p:sp>
      <p:sp>
        <p:nvSpPr>
          <p:cNvPr id="3" name="コンテンツ プレースホルダー 2">
            <a:extLst>
              <a:ext uri="{FF2B5EF4-FFF2-40B4-BE49-F238E27FC236}">
                <a16:creationId xmlns:a16="http://schemas.microsoft.com/office/drawing/2014/main" id="{9A61EC2D-7430-47FC-401D-5DBB420791C9}"/>
              </a:ext>
            </a:extLst>
          </p:cNvPr>
          <p:cNvSpPr>
            <a:spLocks noGrp="1"/>
          </p:cNvSpPr>
          <p:nvPr>
            <p:ph idx="1"/>
          </p:nvPr>
        </p:nvSpPr>
        <p:spPr>
          <a:xfrm>
            <a:off x="2584215" y="1221377"/>
            <a:ext cx="5279625" cy="5354719"/>
          </a:xfrm>
        </p:spPr>
        <p:txBody>
          <a:bodyPr>
            <a:normAutofit fontScale="85000" lnSpcReduction="10000"/>
          </a:bodyPr>
          <a:lstStyle/>
          <a:p>
            <a:r>
              <a:rPr kumimoji="1" lang="en-US" altLang="ja-JP" sz="1600" dirty="0">
                <a:solidFill>
                  <a:schemeClr val="tx1"/>
                </a:solidFill>
                <a:latin typeface="+mn-ea"/>
              </a:rPr>
              <a:t>A field that includes </a:t>
            </a:r>
            <a:r>
              <a:rPr kumimoji="1" lang="en-US" altLang="ja-JP" sz="1600" b="1" dirty="0">
                <a:solidFill>
                  <a:schemeClr val="tx1"/>
                </a:solidFill>
                <a:latin typeface="+mn-ea"/>
              </a:rPr>
              <a:t>machine learning</a:t>
            </a:r>
            <a:r>
              <a:rPr kumimoji="1" lang="en-US" altLang="ja-JP" sz="1600" dirty="0">
                <a:solidFill>
                  <a:schemeClr val="tx1"/>
                </a:solidFill>
                <a:latin typeface="+mn-ea"/>
              </a:rPr>
              <a:t> and </a:t>
            </a:r>
            <a:r>
              <a:rPr kumimoji="1" lang="en-US" altLang="ja-JP" sz="1600" b="1" dirty="0">
                <a:solidFill>
                  <a:schemeClr val="tx1"/>
                </a:solidFill>
                <a:latin typeface="+mn-ea"/>
              </a:rPr>
              <a:t>neural networks</a:t>
            </a:r>
            <a:r>
              <a:rPr kumimoji="1" lang="en-US" altLang="ja-JP" sz="1600" dirty="0">
                <a:solidFill>
                  <a:schemeClr val="tx1"/>
                </a:solidFill>
                <a:latin typeface="+mn-ea"/>
              </a:rPr>
              <a:t>. </a:t>
            </a:r>
          </a:p>
          <a:p>
            <a:pPr lvl="1"/>
            <a:r>
              <a:rPr lang="en-US" altLang="ja-JP" sz="1500" dirty="0">
                <a:solidFill>
                  <a:schemeClr val="tx1"/>
                </a:solidFill>
                <a:latin typeface="+mn-ea"/>
              </a:rPr>
              <a:t>Machine Learning (ML)</a:t>
            </a:r>
          </a:p>
          <a:p>
            <a:pPr lvl="2"/>
            <a:r>
              <a:rPr lang="en-US" altLang="ja-JP" sz="1300" dirty="0">
                <a:solidFill>
                  <a:schemeClr val="tx1"/>
                </a:solidFill>
                <a:latin typeface="+mn-ea"/>
              </a:rPr>
              <a:t>A subset of AI that includes neural networks. Has strong background on programming, algorithm development, statistical methodologies, and big data analytics. </a:t>
            </a:r>
          </a:p>
          <a:p>
            <a:pPr lvl="2"/>
            <a:r>
              <a:rPr lang="en-US" altLang="ja-JP" sz="1300" dirty="0">
                <a:solidFill>
                  <a:schemeClr val="tx1"/>
                </a:solidFill>
                <a:latin typeface="+mn-ea"/>
              </a:rPr>
              <a:t>Compared to deep learning, some people call it </a:t>
            </a:r>
            <a:r>
              <a:rPr lang="en-US" altLang="ja-JP" sz="1300" b="1" dirty="0">
                <a:solidFill>
                  <a:schemeClr val="tx1"/>
                </a:solidFill>
                <a:latin typeface="+mn-ea"/>
              </a:rPr>
              <a:t>shallow machine learning</a:t>
            </a:r>
            <a:r>
              <a:rPr lang="en-US" altLang="ja-JP" sz="1300" dirty="0">
                <a:solidFill>
                  <a:schemeClr val="tx1"/>
                </a:solidFill>
                <a:latin typeface="+mn-ea"/>
              </a:rPr>
              <a:t>.</a:t>
            </a:r>
          </a:p>
          <a:p>
            <a:pPr lvl="1"/>
            <a:r>
              <a:rPr lang="en-US" altLang="ja-JP" sz="1500" dirty="0">
                <a:solidFill>
                  <a:schemeClr val="tx1"/>
                </a:solidFill>
                <a:latin typeface="+mn-ea"/>
              </a:rPr>
              <a:t>Neural Network (NN)/Artificial Neural Network (ANN)</a:t>
            </a:r>
            <a:endParaRPr kumimoji="1" lang="en-US" altLang="ja-JP" sz="1500" dirty="0">
              <a:solidFill>
                <a:schemeClr val="tx1"/>
              </a:solidFill>
              <a:latin typeface="+mn-ea"/>
            </a:endParaRPr>
          </a:p>
          <a:p>
            <a:pPr lvl="2"/>
            <a:r>
              <a:rPr lang="en-US" altLang="ja-JP" sz="1300" dirty="0">
                <a:solidFill>
                  <a:schemeClr val="tx1"/>
                </a:solidFill>
                <a:latin typeface="+mn-ea"/>
              </a:rPr>
              <a:t>A technique to process data in a way that </a:t>
            </a:r>
            <a:r>
              <a:rPr lang="en-US" altLang="ja-JP" sz="1300" b="1" dirty="0">
                <a:solidFill>
                  <a:schemeClr val="tx1"/>
                </a:solidFill>
                <a:latin typeface="+mn-ea"/>
              </a:rPr>
              <a:t>mimics the human brain</a:t>
            </a:r>
            <a:r>
              <a:rPr lang="en-US" altLang="ja-JP" sz="1300" dirty="0">
                <a:solidFill>
                  <a:schemeClr val="tx1"/>
                </a:solidFill>
                <a:latin typeface="+mn-ea"/>
              </a:rPr>
              <a:t>. Neural networks can </a:t>
            </a:r>
            <a:r>
              <a:rPr lang="en-US" altLang="ja-JP" sz="1300" b="1" dirty="0">
                <a:solidFill>
                  <a:schemeClr val="tx1"/>
                </a:solidFill>
                <a:latin typeface="+mn-ea"/>
              </a:rPr>
              <a:t>learn from experience </a:t>
            </a:r>
            <a:r>
              <a:rPr lang="en-US" altLang="ja-JP" sz="1300" dirty="0">
                <a:solidFill>
                  <a:schemeClr val="tx1"/>
                </a:solidFill>
                <a:latin typeface="+mn-ea"/>
              </a:rPr>
              <a:t>and </a:t>
            </a:r>
            <a:r>
              <a:rPr lang="en-US" altLang="ja-JP" sz="1300" b="1" dirty="0">
                <a:solidFill>
                  <a:schemeClr val="tx1"/>
                </a:solidFill>
                <a:latin typeface="+mn-ea"/>
              </a:rPr>
              <a:t>identify patterns </a:t>
            </a:r>
            <a:r>
              <a:rPr lang="en-US" altLang="ja-JP" sz="1300" dirty="0">
                <a:solidFill>
                  <a:schemeClr val="tx1"/>
                </a:solidFill>
                <a:latin typeface="+mn-ea"/>
              </a:rPr>
              <a:t>in data. </a:t>
            </a:r>
          </a:p>
          <a:p>
            <a:pPr lvl="3"/>
            <a:r>
              <a:rPr lang="en-US" altLang="ja-JP" sz="1100" b="1" dirty="0">
                <a:solidFill>
                  <a:schemeClr val="tx1"/>
                </a:solidFill>
                <a:latin typeface="+mn-ea"/>
              </a:rPr>
              <a:t>Multi-layer perceptron (MLP)</a:t>
            </a:r>
            <a:endParaRPr lang="en-US" altLang="ja-JP" sz="1100" dirty="0">
              <a:solidFill>
                <a:schemeClr val="tx1"/>
              </a:solidFill>
              <a:latin typeface="+mn-ea"/>
            </a:endParaRPr>
          </a:p>
          <a:p>
            <a:pPr lvl="4"/>
            <a:r>
              <a:rPr lang="en-US" altLang="ja-JP" sz="1100" b="1" dirty="0">
                <a:solidFill>
                  <a:schemeClr val="tx1"/>
                </a:solidFill>
                <a:latin typeface="+mn-ea"/>
              </a:rPr>
              <a:t>Fully connected/Dense layer feedforward networks</a:t>
            </a:r>
            <a:r>
              <a:rPr lang="en-US" altLang="ja-JP" sz="1100" dirty="0">
                <a:solidFill>
                  <a:schemeClr val="tx1"/>
                </a:solidFill>
                <a:latin typeface="+mn-ea"/>
              </a:rPr>
              <a:t>: </a:t>
            </a:r>
            <a:r>
              <a:rPr lang="en-US" altLang="ja-JP" dirty="0">
                <a:solidFill>
                  <a:schemeClr val="tx1"/>
                </a:solidFill>
                <a:latin typeface="Google Sans"/>
              </a:rPr>
              <a:t>Each node connects to all nodes in the next layer. </a:t>
            </a:r>
            <a:endParaRPr lang="en-US" altLang="ja-JP" sz="1100" dirty="0">
              <a:solidFill>
                <a:schemeClr val="tx1"/>
              </a:solidFill>
              <a:latin typeface="+mn-ea"/>
            </a:endParaRPr>
          </a:p>
          <a:p>
            <a:pPr lvl="4"/>
            <a:r>
              <a:rPr lang="en-US" altLang="ja-JP" sz="1100" b="1" dirty="0">
                <a:solidFill>
                  <a:schemeClr val="tx1"/>
                </a:solidFill>
                <a:latin typeface="+mn-ea"/>
              </a:rPr>
              <a:t>At least three layers of nodes</a:t>
            </a:r>
            <a:r>
              <a:rPr lang="en-US" altLang="ja-JP" sz="1100" dirty="0">
                <a:solidFill>
                  <a:schemeClr val="tx1"/>
                </a:solidFill>
                <a:latin typeface="+mn-ea"/>
              </a:rPr>
              <a:t>: </a:t>
            </a:r>
            <a:r>
              <a:rPr lang="en-US" altLang="ja-JP" dirty="0">
                <a:solidFill>
                  <a:schemeClr val="tx1"/>
                </a:solidFill>
                <a:latin typeface="Google Sans"/>
              </a:rPr>
              <a:t>An input layer, one or more hidden layers, and an output layer. </a:t>
            </a:r>
          </a:p>
          <a:p>
            <a:pPr lvl="4"/>
            <a:r>
              <a:rPr lang="en-US" altLang="ja-JP" sz="1100" b="1" dirty="0">
                <a:solidFill>
                  <a:schemeClr val="tx1"/>
                </a:solidFill>
                <a:latin typeface="+mn-ea"/>
              </a:rPr>
              <a:t>Non-linear Activation function</a:t>
            </a:r>
            <a:r>
              <a:rPr lang="en-US" altLang="ja-JP" sz="1100" dirty="0">
                <a:solidFill>
                  <a:schemeClr val="tx1"/>
                </a:solidFill>
                <a:latin typeface="+mn-ea"/>
              </a:rPr>
              <a:t>: to learn more complex patterns that are not possible with a purely linear model.</a:t>
            </a:r>
            <a:endParaRPr lang="en-US" altLang="ja-JP" sz="1100" b="1" dirty="0">
              <a:solidFill>
                <a:schemeClr val="tx1"/>
              </a:solidFill>
              <a:latin typeface="+mn-ea"/>
            </a:endParaRPr>
          </a:p>
          <a:p>
            <a:pPr lvl="1"/>
            <a:r>
              <a:rPr lang="en-US" altLang="ja-JP" sz="1800" dirty="0">
                <a:solidFill>
                  <a:schemeClr val="tx1"/>
                </a:solidFill>
                <a:latin typeface="+mn-ea"/>
              </a:rPr>
              <a:t>D</a:t>
            </a:r>
            <a:r>
              <a:rPr lang="en-US" altLang="ja-JP" sz="1800" i="0" dirty="0">
                <a:solidFill>
                  <a:schemeClr val="tx1"/>
                </a:solidFill>
                <a:effectLst/>
                <a:latin typeface="+mn-ea"/>
              </a:rPr>
              <a:t>eep learning</a:t>
            </a:r>
          </a:p>
          <a:p>
            <a:pPr lvl="2"/>
            <a:r>
              <a:rPr kumimoji="1" lang="en-US" altLang="ja-JP" sz="1200" dirty="0">
                <a:solidFill>
                  <a:schemeClr val="tx1"/>
                </a:solidFill>
                <a:latin typeface="+mn-ea"/>
              </a:rPr>
              <a:t>More than tens or even hundreds layers</a:t>
            </a:r>
          </a:p>
          <a:p>
            <a:pPr lvl="2"/>
            <a:r>
              <a:rPr lang="en-US" altLang="ja-JP" sz="1200" dirty="0">
                <a:solidFill>
                  <a:schemeClr val="tx1"/>
                </a:solidFill>
                <a:latin typeface="+mn-ea"/>
              </a:rPr>
              <a:t>More complicated structures to enhance the problems of neural networks</a:t>
            </a:r>
            <a:endParaRPr kumimoji="1" lang="ja-JP" altLang="en-US" sz="1200" dirty="0">
              <a:solidFill>
                <a:schemeClr val="tx1"/>
              </a:solidFill>
              <a:latin typeface="+mn-ea"/>
            </a:endParaRPr>
          </a:p>
        </p:txBody>
      </p:sp>
      <p:pic>
        <p:nvPicPr>
          <p:cNvPr id="4" name="Picture 2" descr="Relationship between artificial intelligence, machine learning, neural network, and deep learning. MLP: multilayer perception; CNN: convolutional neural network; RNN: recurrent neural network; DBN: deep belief network; GAN: generative adversative network.">
            <a:extLst>
              <a:ext uri="{FF2B5EF4-FFF2-40B4-BE49-F238E27FC236}">
                <a16:creationId xmlns:a16="http://schemas.microsoft.com/office/drawing/2014/main" id="{17D8991C-FE30-4135-92B5-5462907FC5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6151" y="293587"/>
            <a:ext cx="2918461" cy="2887559"/>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C32721E4-1E94-65D8-91B7-B7F5FE0D0EAB}"/>
              </a:ext>
            </a:extLst>
          </p:cNvPr>
          <p:cNvSpPr txBox="1"/>
          <p:nvPr/>
        </p:nvSpPr>
        <p:spPr>
          <a:xfrm>
            <a:off x="6365869" y="6654473"/>
            <a:ext cx="5826131" cy="184666"/>
          </a:xfrm>
          <a:prstGeom prst="rect">
            <a:avLst/>
          </a:prstGeom>
          <a:noFill/>
        </p:spPr>
        <p:txBody>
          <a:bodyPr wrap="square">
            <a:spAutoFit/>
          </a:bodyPr>
          <a:lstStyle/>
          <a:p>
            <a:r>
              <a:rPr lang="en-US" altLang="ja-JP" sz="600" dirty="0"/>
              <a:t>Source: </a:t>
            </a:r>
            <a:r>
              <a:rPr lang="ja-JP" altLang="en-US" sz="600" dirty="0">
                <a:hlinkClick r:id="rId3"/>
              </a:rPr>
              <a:t>https://www.researchgate.net/figure/Relationship-between-artificial-intelligence-machine-learning-neural-network-and-deep_fig3_354124420</a:t>
            </a:r>
            <a:r>
              <a:rPr lang="ja-JP" altLang="en-US" sz="600" dirty="0"/>
              <a:t> </a:t>
            </a:r>
          </a:p>
        </p:txBody>
      </p:sp>
      <p:sp>
        <p:nvSpPr>
          <p:cNvPr id="6" name="テキスト ボックス 5">
            <a:extLst>
              <a:ext uri="{FF2B5EF4-FFF2-40B4-BE49-F238E27FC236}">
                <a16:creationId xmlns:a16="http://schemas.microsoft.com/office/drawing/2014/main" id="{CA3993D5-5A6B-94B6-5383-EA3F952CFB48}"/>
              </a:ext>
            </a:extLst>
          </p:cNvPr>
          <p:cNvSpPr txBox="1"/>
          <p:nvPr/>
        </p:nvSpPr>
        <p:spPr>
          <a:xfrm>
            <a:off x="8549934" y="3186320"/>
            <a:ext cx="3076305" cy="1200329"/>
          </a:xfrm>
          <a:prstGeom prst="rect">
            <a:avLst/>
          </a:prstGeom>
          <a:noFill/>
        </p:spPr>
        <p:txBody>
          <a:bodyPr wrap="square" rtlCol="0">
            <a:spAutoFit/>
          </a:bodyPr>
          <a:lstStyle/>
          <a:p>
            <a:r>
              <a:rPr lang="fr-FR" altLang="ja-JP" sz="900" b="1" i="0" dirty="0">
                <a:solidFill>
                  <a:srgbClr val="111111"/>
                </a:solidFill>
                <a:effectLst/>
                <a:latin typeface="+mn-ea"/>
              </a:rPr>
              <a:t>Relationship </a:t>
            </a:r>
            <a:r>
              <a:rPr lang="fr-FR" altLang="ja-JP" sz="900" b="1" i="0" dirty="0" err="1">
                <a:solidFill>
                  <a:srgbClr val="111111"/>
                </a:solidFill>
                <a:effectLst/>
                <a:latin typeface="+mn-ea"/>
              </a:rPr>
              <a:t>between</a:t>
            </a:r>
            <a:r>
              <a:rPr lang="fr-FR" altLang="ja-JP" sz="900" b="1" i="0" dirty="0">
                <a:solidFill>
                  <a:srgbClr val="111111"/>
                </a:solidFill>
                <a:effectLst/>
                <a:latin typeface="+mn-ea"/>
              </a:rPr>
              <a:t> </a:t>
            </a:r>
            <a:r>
              <a:rPr lang="fr-FR" altLang="ja-JP" sz="900" b="1" i="0" dirty="0" err="1">
                <a:solidFill>
                  <a:srgbClr val="111111"/>
                </a:solidFill>
                <a:effectLst/>
                <a:latin typeface="+mn-ea"/>
              </a:rPr>
              <a:t>artificial</a:t>
            </a:r>
            <a:r>
              <a:rPr lang="fr-FR" altLang="ja-JP" sz="900" b="1" i="0" dirty="0">
                <a:solidFill>
                  <a:srgbClr val="111111"/>
                </a:solidFill>
                <a:effectLst/>
                <a:latin typeface="+mn-ea"/>
              </a:rPr>
              <a:t> intelligence, machine </a:t>
            </a:r>
            <a:r>
              <a:rPr lang="fr-FR" altLang="ja-JP" sz="900" b="1" i="0" dirty="0" err="1">
                <a:solidFill>
                  <a:srgbClr val="111111"/>
                </a:solidFill>
                <a:effectLst/>
                <a:latin typeface="+mn-ea"/>
              </a:rPr>
              <a:t>learning</a:t>
            </a:r>
            <a:r>
              <a:rPr lang="fr-FR" altLang="ja-JP" sz="900" b="1" i="0" dirty="0">
                <a:solidFill>
                  <a:srgbClr val="111111"/>
                </a:solidFill>
                <a:effectLst/>
                <a:latin typeface="+mn-ea"/>
              </a:rPr>
              <a:t>, neural network, and </a:t>
            </a:r>
            <a:r>
              <a:rPr lang="fr-FR" altLang="ja-JP" sz="900" b="1" i="0" dirty="0" err="1">
                <a:solidFill>
                  <a:srgbClr val="111111"/>
                </a:solidFill>
                <a:effectLst/>
                <a:latin typeface="+mn-ea"/>
              </a:rPr>
              <a:t>deep</a:t>
            </a:r>
            <a:r>
              <a:rPr lang="fr-FR" altLang="ja-JP" sz="900" b="1" i="0" dirty="0">
                <a:solidFill>
                  <a:srgbClr val="111111"/>
                </a:solidFill>
                <a:effectLst/>
                <a:latin typeface="+mn-ea"/>
              </a:rPr>
              <a:t> </a:t>
            </a:r>
            <a:r>
              <a:rPr lang="fr-FR" altLang="ja-JP" sz="900" b="1" i="0" dirty="0" err="1">
                <a:solidFill>
                  <a:srgbClr val="111111"/>
                </a:solidFill>
                <a:effectLst/>
                <a:latin typeface="+mn-ea"/>
              </a:rPr>
              <a:t>learning</a:t>
            </a:r>
            <a:r>
              <a:rPr lang="fr-FR" altLang="ja-JP" sz="900" b="1" i="0" dirty="0">
                <a:solidFill>
                  <a:srgbClr val="111111"/>
                </a:solidFill>
                <a:effectLst/>
                <a:latin typeface="+mn-ea"/>
              </a:rPr>
              <a:t>. </a:t>
            </a:r>
          </a:p>
          <a:p>
            <a:endParaRPr lang="fr-FR" altLang="ja-JP" sz="900" dirty="0">
              <a:solidFill>
                <a:srgbClr val="111111"/>
              </a:solidFill>
              <a:latin typeface="+mn-ea"/>
            </a:endParaRPr>
          </a:p>
          <a:p>
            <a:r>
              <a:rPr lang="fr-FR" altLang="ja-JP" sz="900" b="0" i="0" dirty="0">
                <a:solidFill>
                  <a:srgbClr val="111111"/>
                </a:solidFill>
                <a:effectLst/>
                <a:latin typeface="+mn-ea"/>
              </a:rPr>
              <a:t>(</a:t>
            </a:r>
            <a:r>
              <a:rPr lang="fr-FR" altLang="ja-JP" sz="900" i="0" dirty="0">
                <a:solidFill>
                  <a:srgbClr val="111111"/>
                </a:solidFill>
                <a:effectLst/>
                <a:latin typeface="+mn-ea"/>
              </a:rPr>
              <a:t>MLP: multi-layer perception/</a:t>
            </a:r>
            <a:r>
              <a:rPr lang="fr-FR" altLang="ja-JP" sz="900" i="0" dirty="0" err="1">
                <a:solidFill>
                  <a:srgbClr val="111111"/>
                </a:solidFill>
                <a:effectLst/>
                <a:latin typeface="+mn-ea"/>
              </a:rPr>
              <a:t>preceptron</a:t>
            </a:r>
            <a:r>
              <a:rPr lang="fr-FR" altLang="ja-JP" sz="900" b="0" i="0" dirty="0">
                <a:solidFill>
                  <a:srgbClr val="111111"/>
                </a:solidFill>
                <a:effectLst/>
                <a:latin typeface="+mn-ea"/>
              </a:rPr>
              <a:t>; CNN: </a:t>
            </a:r>
            <a:r>
              <a:rPr lang="fr-FR" altLang="ja-JP" sz="900" b="0" i="0" dirty="0" err="1">
                <a:solidFill>
                  <a:srgbClr val="111111"/>
                </a:solidFill>
                <a:effectLst/>
                <a:latin typeface="+mn-ea"/>
              </a:rPr>
              <a:t>convolutional</a:t>
            </a:r>
            <a:r>
              <a:rPr lang="fr-FR" altLang="ja-JP" sz="900" b="0" i="0" dirty="0">
                <a:solidFill>
                  <a:srgbClr val="111111"/>
                </a:solidFill>
                <a:effectLst/>
                <a:latin typeface="+mn-ea"/>
              </a:rPr>
              <a:t> neural network; RNN: </a:t>
            </a:r>
            <a:r>
              <a:rPr lang="fr-FR" altLang="ja-JP" sz="900" b="0" i="0" dirty="0" err="1">
                <a:solidFill>
                  <a:srgbClr val="111111"/>
                </a:solidFill>
                <a:effectLst/>
                <a:latin typeface="+mn-ea"/>
              </a:rPr>
              <a:t>recurrent</a:t>
            </a:r>
            <a:r>
              <a:rPr lang="fr-FR" altLang="ja-JP" sz="900" b="0" i="0" dirty="0">
                <a:solidFill>
                  <a:srgbClr val="111111"/>
                </a:solidFill>
                <a:effectLst/>
                <a:latin typeface="+mn-ea"/>
              </a:rPr>
              <a:t> neural network; DBN: </a:t>
            </a:r>
            <a:r>
              <a:rPr lang="fr-FR" altLang="ja-JP" sz="900" b="0" i="0" dirty="0" err="1">
                <a:solidFill>
                  <a:srgbClr val="111111"/>
                </a:solidFill>
                <a:effectLst/>
                <a:latin typeface="+mn-ea"/>
              </a:rPr>
              <a:t>deep</a:t>
            </a:r>
            <a:r>
              <a:rPr lang="fr-FR" altLang="ja-JP" sz="900" b="0" i="0" dirty="0">
                <a:solidFill>
                  <a:srgbClr val="111111"/>
                </a:solidFill>
                <a:effectLst/>
                <a:latin typeface="+mn-ea"/>
              </a:rPr>
              <a:t> </a:t>
            </a:r>
            <a:r>
              <a:rPr lang="fr-FR" altLang="ja-JP" sz="900" b="0" i="0" dirty="0" err="1">
                <a:solidFill>
                  <a:srgbClr val="111111"/>
                </a:solidFill>
                <a:effectLst/>
                <a:latin typeface="+mn-ea"/>
              </a:rPr>
              <a:t>belief</a:t>
            </a:r>
            <a:r>
              <a:rPr lang="fr-FR" altLang="ja-JP" sz="900" b="0" i="0" dirty="0">
                <a:solidFill>
                  <a:srgbClr val="111111"/>
                </a:solidFill>
                <a:effectLst/>
                <a:latin typeface="+mn-ea"/>
              </a:rPr>
              <a:t> network; GAN: </a:t>
            </a:r>
            <a:r>
              <a:rPr lang="fr-FR" altLang="ja-JP" sz="900" b="0" i="0" dirty="0" err="1">
                <a:solidFill>
                  <a:srgbClr val="111111"/>
                </a:solidFill>
                <a:effectLst/>
                <a:latin typeface="+mn-ea"/>
              </a:rPr>
              <a:t>generative</a:t>
            </a:r>
            <a:r>
              <a:rPr lang="fr-FR" altLang="ja-JP" sz="900" b="0" i="0" dirty="0">
                <a:solidFill>
                  <a:srgbClr val="111111"/>
                </a:solidFill>
                <a:effectLst/>
                <a:latin typeface="+mn-ea"/>
              </a:rPr>
              <a:t> adversative network)</a:t>
            </a:r>
          </a:p>
        </p:txBody>
      </p:sp>
      <p:sp>
        <p:nvSpPr>
          <p:cNvPr id="7" name="四角形: 角を丸くする 6">
            <a:extLst>
              <a:ext uri="{FF2B5EF4-FFF2-40B4-BE49-F238E27FC236}">
                <a16:creationId xmlns:a16="http://schemas.microsoft.com/office/drawing/2014/main" id="{00EB34FB-5CBC-E9E0-5882-26BBDE1A986E}"/>
              </a:ext>
            </a:extLst>
          </p:cNvPr>
          <p:cNvSpPr/>
          <p:nvPr/>
        </p:nvSpPr>
        <p:spPr>
          <a:xfrm>
            <a:off x="9030354" y="773440"/>
            <a:ext cx="721069" cy="237513"/>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81536925-3040-5752-9294-D23A25A24926}"/>
              </a:ext>
            </a:extLst>
          </p:cNvPr>
          <p:cNvPicPr>
            <a:picLocks noChangeAspect="1"/>
          </p:cNvPicPr>
          <p:nvPr/>
        </p:nvPicPr>
        <p:blipFill>
          <a:blip r:embed="rId4"/>
          <a:stretch>
            <a:fillRect/>
          </a:stretch>
        </p:blipFill>
        <p:spPr>
          <a:xfrm>
            <a:off x="8958647" y="4938795"/>
            <a:ext cx="2237528" cy="1409643"/>
          </a:xfrm>
          <a:prstGeom prst="rect">
            <a:avLst/>
          </a:prstGeom>
        </p:spPr>
      </p:pic>
      <p:sp>
        <p:nvSpPr>
          <p:cNvPr id="12" name="テキスト ボックス 11">
            <a:extLst>
              <a:ext uri="{FF2B5EF4-FFF2-40B4-BE49-F238E27FC236}">
                <a16:creationId xmlns:a16="http://schemas.microsoft.com/office/drawing/2014/main" id="{8B9A2644-AE9F-6038-D22A-CBB87E275050}"/>
              </a:ext>
            </a:extLst>
          </p:cNvPr>
          <p:cNvSpPr txBox="1"/>
          <p:nvPr/>
        </p:nvSpPr>
        <p:spPr>
          <a:xfrm>
            <a:off x="8732743" y="6360652"/>
            <a:ext cx="2893496" cy="215444"/>
          </a:xfrm>
          <a:prstGeom prst="rect">
            <a:avLst/>
          </a:prstGeom>
          <a:noFill/>
        </p:spPr>
        <p:txBody>
          <a:bodyPr wrap="square">
            <a:spAutoFit/>
          </a:bodyPr>
          <a:lstStyle/>
          <a:p>
            <a:r>
              <a:rPr lang="fr-FR" altLang="ja-JP" sz="800" b="1" dirty="0">
                <a:latin typeface="+mn-ea"/>
              </a:rPr>
              <a:t>An </a:t>
            </a:r>
            <a:r>
              <a:rPr lang="fr-FR" altLang="ja-JP" sz="800" b="1" dirty="0" err="1">
                <a:latin typeface="+mn-ea"/>
              </a:rPr>
              <a:t>example</a:t>
            </a:r>
            <a:r>
              <a:rPr lang="fr-FR" altLang="ja-JP" sz="800" b="1" dirty="0">
                <a:latin typeface="+mn-ea"/>
              </a:rPr>
              <a:t> of MLP neural networks architecture</a:t>
            </a:r>
            <a:endParaRPr lang="ja-JP" altLang="en-US" sz="800" b="1" dirty="0">
              <a:latin typeface="+mn-ea"/>
            </a:endParaRPr>
          </a:p>
        </p:txBody>
      </p:sp>
      <p:sp>
        <p:nvSpPr>
          <p:cNvPr id="8" name="テキスト ボックス 7">
            <a:extLst>
              <a:ext uri="{FF2B5EF4-FFF2-40B4-BE49-F238E27FC236}">
                <a16:creationId xmlns:a16="http://schemas.microsoft.com/office/drawing/2014/main" id="{E9A2BAC3-088A-4795-81AF-26A856073D0A}"/>
              </a:ext>
            </a:extLst>
          </p:cNvPr>
          <p:cNvSpPr txBox="1"/>
          <p:nvPr/>
        </p:nvSpPr>
        <p:spPr>
          <a:xfrm>
            <a:off x="589722" y="125896"/>
            <a:ext cx="3180521" cy="369332"/>
          </a:xfrm>
          <a:prstGeom prst="rect">
            <a:avLst/>
          </a:prstGeom>
          <a:noFill/>
        </p:spPr>
        <p:txBody>
          <a:bodyPr wrap="square" rtlCol="0">
            <a:spAutoFit/>
          </a:bodyPr>
          <a:lstStyle/>
          <a:p>
            <a:r>
              <a:rPr kumimoji="1" lang="en-US" altLang="ja-JP" b="1" dirty="0"/>
              <a:t>[</a:t>
            </a:r>
            <a:r>
              <a:rPr kumimoji="1" lang="ja-JP" altLang="en-US" b="1" dirty="0"/>
              <a:t>参考資料</a:t>
            </a:r>
            <a:r>
              <a:rPr kumimoji="1" lang="en-US" altLang="ja-JP" b="1" dirty="0"/>
              <a:t>]</a:t>
            </a:r>
            <a:r>
              <a:rPr kumimoji="1" lang="ja-JP" altLang="en-US" b="1" dirty="0"/>
              <a:t>の内容</a:t>
            </a:r>
          </a:p>
        </p:txBody>
      </p:sp>
    </p:spTree>
    <p:extLst>
      <p:ext uri="{BB962C8B-B14F-4D97-AF65-F5344CB8AC3E}">
        <p14:creationId xmlns:p14="http://schemas.microsoft.com/office/powerpoint/2010/main" val="3074592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C3C4-2E69-36FF-B655-0F338A5C8F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D1AD73-9B7D-4DE2-BE95-B2D13906EC9B}"/>
              </a:ext>
            </a:extLst>
          </p:cNvPr>
          <p:cNvSpPr>
            <a:spLocks noGrp="1"/>
          </p:cNvSpPr>
          <p:nvPr>
            <p:ph type="title"/>
          </p:nvPr>
        </p:nvSpPr>
        <p:spPr>
          <a:xfrm>
            <a:off x="2592925" y="624110"/>
            <a:ext cx="8911687" cy="642987"/>
          </a:xfrm>
        </p:spPr>
        <p:txBody>
          <a:bodyPr/>
          <a:lstStyle/>
          <a:p>
            <a:r>
              <a:rPr lang="ja-JP" altLang="en-US" dirty="0"/>
              <a:t>画像認識 </a:t>
            </a:r>
            <a:r>
              <a:rPr lang="en-US" altLang="ja-JP" dirty="0"/>
              <a:t>(Image Recognition)</a:t>
            </a:r>
            <a:endParaRPr kumimoji="1" lang="ja-JP" altLang="en-US" dirty="0"/>
          </a:p>
        </p:txBody>
      </p:sp>
      <p:sp>
        <p:nvSpPr>
          <p:cNvPr id="3" name="コンテンツ プレースホルダー 2">
            <a:extLst>
              <a:ext uri="{FF2B5EF4-FFF2-40B4-BE49-F238E27FC236}">
                <a16:creationId xmlns:a16="http://schemas.microsoft.com/office/drawing/2014/main" id="{F8E8C035-36B2-CE9D-E7CF-C4F42C3D2563}"/>
              </a:ext>
            </a:extLst>
          </p:cNvPr>
          <p:cNvSpPr>
            <a:spLocks noGrp="1"/>
          </p:cNvSpPr>
          <p:nvPr>
            <p:ph idx="1"/>
          </p:nvPr>
        </p:nvSpPr>
        <p:spPr>
          <a:xfrm>
            <a:off x="2589212" y="1404258"/>
            <a:ext cx="8915400" cy="2213002"/>
          </a:xfrm>
        </p:spPr>
        <p:txBody>
          <a:bodyPr/>
          <a:lstStyle/>
          <a:p>
            <a:r>
              <a:rPr lang="ja-JP" altLang="en-US" b="1" dirty="0"/>
              <a:t>ブレイクスルー</a:t>
            </a:r>
            <a:r>
              <a:rPr lang="en-US" altLang="ja-JP" dirty="0"/>
              <a:t>: 2012</a:t>
            </a:r>
            <a:r>
              <a:rPr lang="ja-JP" altLang="en-US" dirty="0"/>
              <a:t>年の「</a:t>
            </a:r>
            <a:r>
              <a:rPr lang="en-US" altLang="ja-JP" dirty="0"/>
              <a:t>ImageNet Large Scale Visual Recognition Challenge (ILSVRC)</a:t>
            </a:r>
            <a:r>
              <a:rPr lang="ja-JP" altLang="en-US" dirty="0"/>
              <a:t>」において、深層学習を用いたモデル（</a:t>
            </a:r>
            <a:r>
              <a:rPr lang="en-US" altLang="ja-JP" dirty="0" err="1"/>
              <a:t>AlexNet</a:t>
            </a:r>
            <a:r>
              <a:rPr lang="ja-JP" altLang="en-US" dirty="0"/>
              <a:t>）が</a:t>
            </a:r>
            <a:r>
              <a:rPr lang="ja-JP" altLang="en-US" b="1" dirty="0"/>
              <a:t>従来の手法を圧倒する認識精度を達成</a:t>
            </a:r>
            <a:r>
              <a:rPr lang="ja-JP" altLang="en-US" dirty="0"/>
              <a:t>しました。これにより、コンピュータが写真の中の物体（猫、車、顔など）を人間と同等かそれ以上の精度で識別できるようになりました。</a:t>
            </a:r>
          </a:p>
          <a:p>
            <a:r>
              <a:rPr lang="ja-JP" altLang="en-US" b="1" dirty="0"/>
              <a:t>影響</a:t>
            </a:r>
            <a:r>
              <a:rPr lang="en-US" altLang="ja-JP" dirty="0"/>
              <a:t>: </a:t>
            </a:r>
            <a:r>
              <a:rPr lang="ja-JP" altLang="en-US" dirty="0"/>
              <a:t>自動運転、顔認証、医療画像診断、異常検知など、幅広い分野での実用化が加速しました。</a:t>
            </a:r>
          </a:p>
        </p:txBody>
      </p:sp>
      <p:pic>
        <p:nvPicPr>
          <p:cNvPr id="6" name="図 5">
            <a:extLst>
              <a:ext uri="{FF2B5EF4-FFF2-40B4-BE49-F238E27FC236}">
                <a16:creationId xmlns:a16="http://schemas.microsoft.com/office/drawing/2014/main" id="{4E1D5E5E-6846-5A22-7769-6E738369980B}"/>
              </a:ext>
            </a:extLst>
          </p:cNvPr>
          <p:cNvPicPr>
            <a:picLocks noChangeAspect="1"/>
          </p:cNvPicPr>
          <p:nvPr/>
        </p:nvPicPr>
        <p:blipFill>
          <a:blip r:embed="rId2"/>
          <a:stretch>
            <a:fillRect/>
          </a:stretch>
        </p:blipFill>
        <p:spPr>
          <a:xfrm>
            <a:off x="4408968" y="3550498"/>
            <a:ext cx="4770474" cy="2683392"/>
          </a:xfrm>
          <a:prstGeom prst="rect">
            <a:avLst/>
          </a:prstGeom>
        </p:spPr>
      </p:pic>
      <p:sp>
        <p:nvSpPr>
          <p:cNvPr id="8" name="テキスト ボックス 7">
            <a:extLst>
              <a:ext uri="{FF2B5EF4-FFF2-40B4-BE49-F238E27FC236}">
                <a16:creationId xmlns:a16="http://schemas.microsoft.com/office/drawing/2014/main" id="{74015AA3-BF43-961F-7E32-D622D7962258}"/>
              </a:ext>
            </a:extLst>
          </p:cNvPr>
          <p:cNvSpPr txBox="1"/>
          <p:nvPr/>
        </p:nvSpPr>
        <p:spPr>
          <a:xfrm>
            <a:off x="8058437" y="6540151"/>
            <a:ext cx="4259069" cy="230832"/>
          </a:xfrm>
          <a:prstGeom prst="rect">
            <a:avLst/>
          </a:prstGeom>
          <a:noFill/>
        </p:spPr>
        <p:txBody>
          <a:bodyPr wrap="square">
            <a:spAutoFit/>
          </a:bodyPr>
          <a:lstStyle/>
          <a:p>
            <a:r>
              <a:rPr lang="ja-JP" altLang="en-US" sz="900" dirty="0"/>
              <a:t>出典</a:t>
            </a:r>
            <a:r>
              <a:rPr lang="en-US" altLang="ja-JP" sz="900" dirty="0"/>
              <a:t>: </a:t>
            </a:r>
            <a:r>
              <a:rPr lang="fr-FR" altLang="ja-JP" sz="900" dirty="0">
                <a:hlinkClick r:id="rId3"/>
              </a:rPr>
              <a:t>https://wiki.imindlabs.com.au/ds/dl/1_models/2-cnn/3_alexnet/</a:t>
            </a:r>
            <a:r>
              <a:rPr lang="fr-FR" altLang="ja-JP" sz="900" dirty="0"/>
              <a:t> </a:t>
            </a:r>
            <a:endParaRPr lang="ja-JP" altLang="en-US" sz="900" dirty="0"/>
          </a:p>
        </p:txBody>
      </p:sp>
      <p:sp>
        <p:nvSpPr>
          <p:cNvPr id="9" name="テキスト ボックス 8">
            <a:extLst>
              <a:ext uri="{FF2B5EF4-FFF2-40B4-BE49-F238E27FC236}">
                <a16:creationId xmlns:a16="http://schemas.microsoft.com/office/drawing/2014/main" id="{6E773574-31BD-9126-40D5-0AF0DED43145}"/>
              </a:ext>
            </a:extLst>
          </p:cNvPr>
          <p:cNvSpPr txBox="1"/>
          <p:nvPr/>
        </p:nvSpPr>
        <p:spPr>
          <a:xfrm>
            <a:off x="6429945" y="6279298"/>
            <a:ext cx="1113855" cy="215444"/>
          </a:xfrm>
          <a:prstGeom prst="rect">
            <a:avLst/>
          </a:prstGeom>
          <a:noFill/>
        </p:spPr>
        <p:txBody>
          <a:bodyPr wrap="square">
            <a:spAutoFit/>
          </a:bodyPr>
          <a:lstStyle/>
          <a:p>
            <a:r>
              <a:rPr lang="fr-FR" altLang="ja-JP" sz="800" b="1" dirty="0" err="1">
                <a:latin typeface="+mn-ea"/>
              </a:rPr>
              <a:t>AlexNet</a:t>
            </a:r>
            <a:endParaRPr lang="ja-JP" altLang="en-US" sz="800" b="1" dirty="0">
              <a:latin typeface="+mn-ea"/>
            </a:endParaRPr>
          </a:p>
        </p:txBody>
      </p:sp>
    </p:spTree>
    <p:extLst>
      <p:ext uri="{BB962C8B-B14F-4D97-AF65-F5344CB8AC3E}">
        <p14:creationId xmlns:p14="http://schemas.microsoft.com/office/powerpoint/2010/main" val="3020041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653C2-DC75-06F1-A18E-3CE9428693E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147292-2D5B-7D7A-088A-822314ADFB1D}"/>
              </a:ext>
            </a:extLst>
          </p:cNvPr>
          <p:cNvSpPr>
            <a:spLocks noGrp="1"/>
          </p:cNvSpPr>
          <p:nvPr>
            <p:ph type="title"/>
          </p:nvPr>
        </p:nvSpPr>
        <p:spPr>
          <a:xfrm>
            <a:off x="2592925" y="624110"/>
            <a:ext cx="8911687" cy="642987"/>
          </a:xfrm>
        </p:spPr>
        <p:txBody>
          <a:bodyPr/>
          <a:lstStyle/>
          <a:p>
            <a:r>
              <a:rPr lang="ja-JP" altLang="en-US" dirty="0"/>
              <a:t>音声認識 </a:t>
            </a:r>
            <a:r>
              <a:rPr lang="en-US" altLang="ja-JP" dirty="0"/>
              <a:t>(Speech Recognition)</a:t>
            </a:r>
            <a:endParaRPr kumimoji="1" lang="ja-JP" altLang="en-US" dirty="0"/>
          </a:p>
        </p:txBody>
      </p:sp>
      <p:sp>
        <p:nvSpPr>
          <p:cNvPr id="3" name="コンテンツ プレースホルダー 2">
            <a:extLst>
              <a:ext uri="{FF2B5EF4-FFF2-40B4-BE49-F238E27FC236}">
                <a16:creationId xmlns:a16="http://schemas.microsoft.com/office/drawing/2014/main" id="{7B4D4889-071D-161F-9739-2874C4F3BA41}"/>
              </a:ext>
            </a:extLst>
          </p:cNvPr>
          <p:cNvSpPr>
            <a:spLocks noGrp="1"/>
          </p:cNvSpPr>
          <p:nvPr>
            <p:ph idx="1"/>
          </p:nvPr>
        </p:nvSpPr>
        <p:spPr>
          <a:xfrm>
            <a:off x="2589212" y="1404258"/>
            <a:ext cx="8915400" cy="1957508"/>
          </a:xfrm>
        </p:spPr>
        <p:txBody>
          <a:bodyPr/>
          <a:lstStyle/>
          <a:p>
            <a:r>
              <a:rPr lang="ja-JP" altLang="en-US" b="1" dirty="0"/>
              <a:t>ブレイクスルー</a:t>
            </a:r>
            <a:r>
              <a:rPr lang="en-US" altLang="ja-JP" dirty="0"/>
              <a:t>: </a:t>
            </a:r>
            <a:r>
              <a:rPr lang="ja-JP" altLang="en-US" dirty="0"/>
              <a:t>深層学習の導入により、</a:t>
            </a:r>
            <a:r>
              <a:rPr lang="ja-JP" altLang="en-US" b="1" dirty="0"/>
              <a:t>話者によらない汎用的な音声認識の精度が劇的に向上</a:t>
            </a:r>
            <a:r>
              <a:rPr lang="ja-JP" altLang="en-US" dirty="0"/>
              <a:t>しました。特に、バックグラウンドノイズが多い環境下や多様なアクセントにも対応できるようになり、誤認識率が大幅に減少しました。</a:t>
            </a:r>
          </a:p>
          <a:p>
            <a:r>
              <a:rPr lang="ja-JP" altLang="en-US" b="1" dirty="0"/>
              <a:t>影響</a:t>
            </a:r>
            <a:r>
              <a:rPr lang="en-US" altLang="ja-JP" dirty="0"/>
              <a:t>: </a:t>
            </a:r>
            <a:r>
              <a:rPr lang="ja-JP" altLang="en-US" dirty="0"/>
              <a:t>スマートスピーカー、スマートフォンの音声アシスタント（</a:t>
            </a:r>
            <a:r>
              <a:rPr lang="en-US" altLang="ja-JP" dirty="0"/>
              <a:t>Siri, Google</a:t>
            </a:r>
            <a:r>
              <a:rPr lang="ja-JP" altLang="en-US" dirty="0"/>
              <a:t>アシスタントなど）、議事録の自動作成、コールセンターでの自動応対などが普及し、私たちの生活にも深く浸透しました。</a:t>
            </a:r>
          </a:p>
        </p:txBody>
      </p:sp>
      <p:pic>
        <p:nvPicPr>
          <p:cNvPr id="4" name="図 3">
            <a:extLst>
              <a:ext uri="{FF2B5EF4-FFF2-40B4-BE49-F238E27FC236}">
                <a16:creationId xmlns:a16="http://schemas.microsoft.com/office/drawing/2014/main" id="{42B62D72-20BB-27DF-E9ED-B838A650AFD3}"/>
              </a:ext>
            </a:extLst>
          </p:cNvPr>
          <p:cNvPicPr>
            <a:picLocks noChangeAspect="1"/>
          </p:cNvPicPr>
          <p:nvPr/>
        </p:nvPicPr>
        <p:blipFill>
          <a:blip r:embed="rId2"/>
          <a:stretch>
            <a:fillRect/>
          </a:stretch>
        </p:blipFill>
        <p:spPr>
          <a:xfrm>
            <a:off x="4004930" y="3425144"/>
            <a:ext cx="5565257" cy="2962153"/>
          </a:xfrm>
          <a:prstGeom prst="rect">
            <a:avLst/>
          </a:prstGeom>
        </p:spPr>
      </p:pic>
      <p:sp>
        <p:nvSpPr>
          <p:cNvPr id="6" name="テキスト ボックス 5">
            <a:extLst>
              <a:ext uri="{FF2B5EF4-FFF2-40B4-BE49-F238E27FC236}">
                <a16:creationId xmlns:a16="http://schemas.microsoft.com/office/drawing/2014/main" id="{FF7145FC-DEF5-78AF-3549-C05AE58B7CA6}"/>
              </a:ext>
            </a:extLst>
          </p:cNvPr>
          <p:cNvSpPr txBox="1"/>
          <p:nvPr/>
        </p:nvSpPr>
        <p:spPr>
          <a:xfrm>
            <a:off x="7742430" y="6560322"/>
            <a:ext cx="4501117" cy="215444"/>
          </a:xfrm>
          <a:prstGeom prst="rect">
            <a:avLst/>
          </a:prstGeom>
          <a:noFill/>
        </p:spPr>
        <p:txBody>
          <a:bodyPr wrap="square">
            <a:spAutoFit/>
          </a:bodyPr>
          <a:lstStyle/>
          <a:p>
            <a:r>
              <a:rPr lang="ja-JP" altLang="en-US" sz="800" dirty="0"/>
              <a:t>出典</a:t>
            </a:r>
            <a:r>
              <a:rPr lang="en-US" altLang="ja-JP" sz="800" dirty="0"/>
              <a:t>: </a:t>
            </a:r>
            <a:r>
              <a:rPr lang="fr-FR" altLang="ja-JP" sz="800" dirty="0">
                <a:hlinkClick r:id="rId3"/>
              </a:rPr>
              <a:t>https://www.kardome.com/blog-posts/difference-speech-and-voice-recognition</a:t>
            </a:r>
            <a:r>
              <a:rPr lang="fr-FR" altLang="ja-JP" sz="800" dirty="0"/>
              <a:t> </a:t>
            </a:r>
            <a:endParaRPr lang="ja-JP" altLang="en-US" sz="800" dirty="0"/>
          </a:p>
        </p:txBody>
      </p:sp>
      <p:sp>
        <p:nvSpPr>
          <p:cNvPr id="7" name="テキスト ボックス 6">
            <a:extLst>
              <a:ext uri="{FF2B5EF4-FFF2-40B4-BE49-F238E27FC236}">
                <a16:creationId xmlns:a16="http://schemas.microsoft.com/office/drawing/2014/main" id="{9433C139-4DD0-40D3-AC25-DFDF30479EFE}"/>
              </a:ext>
            </a:extLst>
          </p:cNvPr>
          <p:cNvSpPr txBox="1"/>
          <p:nvPr/>
        </p:nvSpPr>
        <p:spPr>
          <a:xfrm>
            <a:off x="6230630" y="6387297"/>
            <a:ext cx="1595558" cy="215444"/>
          </a:xfrm>
          <a:prstGeom prst="rect">
            <a:avLst/>
          </a:prstGeom>
          <a:noFill/>
        </p:spPr>
        <p:txBody>
          <a:bodyPr wrap="square">
            <a:spAutoFit/>
          </a:bodyPr>
          <a:lstStyle/>
          <a:p>
            <a:r>
              <a:rPr lang="fr-FR" altLang="ja-JP" sz="800" b="1" dirty="0">
                <a:latin typeface="+mn-ea"/>
              </a:rPr>
              <a:t>Speech Recognition</a:t>
            </a:r>
            <a:endParaRPr lang="ja-JP" altLang="en-US" sz="800" b="1" dirty="0">
              <a:latin typeface="+mn-ea"/>
            </a:endParaRPr>
          </a:p>
        </p:txBody>
      </p:sp>
    </p:spTree>
    <p:extLst>
      <p:ext uri="{BB962C8B-B14F-4D97-AF65-F5344CB8AC3E}">
        <p14:creationId xmlns:p14="http://schemas.microsoft.com/office/powerpoint/2010/main" val="2488434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C716-D6C6-75FB-69A3-F51B22FCF8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C64FE0-41FD-0773-B80F-B478E328AC3F}"/>
              </a:ext>
            </a:extLst>
          </p:cNvPr>
          <p:cNvSpPr>
            <a:spLocks noGrp="1"/>
          </p:cNvSpPr>
          <p:nvPr>
            <p:ph type="title"/>
          </p:nvPr>
        </p:nvSpPr>
        <p:spPr>
          <a:xfrm>
            <a:off x="2592925" y="624110"/>
            <a:ext cx="8911687" cy="642987"/>
          </a:xfrm>
        </p:spPr>
        <p:txBody>
          <a:bodyPr/>
          <a:lstStyle/>
          <a:p>
            <a:r>
              <a:rPr lang="zh-TW" altLang="en-US" dirty="0"/>
              <a:t>自然言語処理 </a:t>
            </a:r>
            <a:r>
              <a:rPr lang="en-US" altLang="zh-TW" dirty="0"/>
              <a:t>(NLP)</a:t>
            </a:r>
            <a:endParaRPr kumimoji="1" lang="ja-JP" altLang="en-US" dirty="0"/>
          </a:p>
        </p:txBody>
      </p:sp>
      <p:sp>
        <p:nvSpPr>
          <p:cNvPr id="3" name="コンテンツ プレースホルダー 2">
            <a:extLst>
              <a:ext uri="{FF2B5EF4-FFF2-40B4-BE49-F238E27FC236}">
                <a16:creationId xmlns:a16="http://schemas.microsoft.com/office/drawing/2014/main" id="{563A9660-DFAA-ABE4-A3CA-228977D1532F}"/>
              </a:ext>
            </a:extLst>
          </p:cNvPr>
          <p:cNvSpPr>
            <a:spLocks noGrp="1"/>
          </p:cNvSpPr>
          <p:nvPr>
            <p:ph idx="1"/>
          </p:nvPr>
        </p:nvSpPr>
        <p:spPr>
          <a:xfrm>
            <a:off x="2589212" y="1404257"/>
            <a:ext cx="8915400" cy="2589519"/>
          </a:xfrm>
        </p:spPr>
        <p:txBody>
          <a:bodyPr/>
          <a:lstStyle/>
          <a:p>
            <a:r>
              <a:rPr lang="ja-JP" altLang="en-US" b="1" dirty="0"/>
              <a:t>ブレイクスルー</a:t>
            </a:r>
            <a:r>
              <a:rPr lang="en-US" altLang="ja-JP" dirty="0"/>
              <a:t>: </a:t>
            </a:r>
            <a:r>
              <a:rPr lang="ja-JP" altLang="en-US" dirty="0"/>
              <a:t>深層学習、特に</a:t>
            </a:r>
            <a:r>
              <a:rPr lang="en-US" altLang="ja-JP" dirty="0"/>
              <a:t>Transformer</a:t>
            </a:r>
            <a:r>
              <a:rPr lang="ja-JP" altLang="en-US" dirty="0"/>
              <a:t>などの新しいアーキテクチャの登場により、コンピュータが</a:t>
            </a:r>
            <a:r>
              <a:rPr lang="ja-JP" altLang="en-US" b="1" dirty="0"/>
              <a:t>単語の意味や文脈をより深く理解</a:t>
            </a:r>
            <a:r>
              <a:rPr lang="ja-JP" altLang="en-US" dirty="0"/>
              <a:t>できるようになりました。これにより、機械翻訳の精度向上、文章要約、感情分析、そして高性能なチャットボットや、</a:t>
            </a:r>
            <a:r>
              <a:rPr lang="en-US" altLang="ja-JP" dirty="0"/>
              <a:t>ChatGPT</a:t>
            </a:r>
            <a:r>
              <a:rPr lang="ja-JP" altLang="en-US" dirty="0"/>
              <a:t>に代表される**大規模言語モデル（</a:t>
            </a:r>
            <a:r>
              <a:rPr lang="en-US" altLang="ja-JP" dirty="0"/>
              <a:t>LLM</a:t>
            </a:r>
            <a:r>
              <a:rPr lang="ja-JP" altLang="en-US" dirty="0"/>
              <a:t>）**の出現に繋がりました。</a:t>
            </a:r>
          </a:p>
          <a:p>
            <a:r>
              <a:rPr lang="ja-JP" altLang="en-US" b="1" dirty="0"/>
              <a:t>影響</a:t>
            </a:r>
            <a:r>
              <a:rPr lang="en-US" altLang="ja-JP" dirty="0"/>
              <a:t>: </a:t>
            </a:r>
            <a:r>
              <a:rPr lang="ja-JP" altLang="en-US" dirty="0"/>
              <a:t>高品質な自動翻訳、テキスト生成、質問応答システム、検索エンジンの精度向上、そして人間と自然な対話が可能な</a:t>
            </a:r>
            <a:r>
              <a:rPr lang="en-US" altLang="ja-JP" dirty="0"/>
              <a:t>AI</a:t>
            </a:r>
            <a:r>
              <a:rPr lang="ja-JP" altLang="en-US" dirty="0"/>
              <a:t>など、多くの応用が生まれ、私たちの情報収集やコミュニケーションの方法を変革しつつあります。</a:t>
            </a:r>
          </a:p>
        </p:txBody>
      </p:sp>
      <p:pic>
        <p:nvPicPr>
          <p:cNvPr id="4" name="図 3">
            <a:extLst>
              <a:ext uri="{FF2B5EF4-FFF2-40B4-BE49-F238E27FC236}">
                <a16:creationId xmlns:a16="http://schemas.microsoft.com/office/drawing/2014/main" id="{79FE8C7C-7032-F914-1EBB-1EDEEADCA0ED}"/>
              </a:ext>
            </a:extLst>
          </p:cNvPr>
          <p:cNvPicPr>
            <a:picLocks noChangeAspect="1"/>
          </p:cNvPicPr>
          <p:nvPr/>
        </p:nvPicPr>
        <p:blipFill>
          <a:blip r:embed="rId2"/>
          <a:stretch>
            <a:fillRect/>
          </a:stretch>
        </p:blipFill>
        <p:spPr>
          <a:xfrm>
            <a:off x="3694136" y="3836724"/>
            <a:ext cx="6007918" cy="2715909"/>
          </a:xfrm>
          <a:prstGeom prst="rect">
            <a:avLst/>
          </a:prstGeom>
        </p:spPr>
      </p:pic>
      <p:sp>
        <p:nvSpPr>
          <p:cNvPr id="6" name="テキスト ボックス 5">
            <a:extLst>
              <a:ext uri="{FF2B5EF4-FFF2-40B4-BE49-F238E27FC236}">
                <a16:creationId xmlns:a16="http://schemas.microsoft.com/office/drawing/2014/main" id="{950F8739-685D-33CA-3826-47B5CFE25BC0}"/>
              </a:ext>
            </a:extLst>
          </p:cNvPr>
          <p:cNvSpPr txBox="1"/>
          <p:nvPr/>
        </p:nvSpPr>
        <p:spPr>
          <a:xfrm>
            <a:off x="9151844" y="6627168"/>
            <a:ext cx="3145491" cy="230832"/>
          </a:xfrm>
          <a:prstGeom prst="rect">
            <a:avLst/>
          </a:prstGeom>
          <a:noFill/>
        </p:spPr>
        <p:txBody>
          <a:bodyPr wrap="square">
            <a:spAutoFit/>
          </a:bodyPr>
          <a:lstStyle/>
          <a:p>
            <a:r>
              <a:rPr lang="ja-JP" altLang="en-US" sz="900" dirty="0"/>
              <a:t>出典</a:t>
            </a:r>
            <a:r>
              <a:rPr lang="en-US" altLang="ja-JP" sz="900" dirty="0"/>
              <a:t>: </a:t>
            </a:r>
            <a:r>
              <a:rPr lang="fr-FR" altLang="ja-JP" sz="900" dirty="0">
                <a:hlinkClick r:id="rId3"/>
              </a:rPr>
              <a:t>https://it-trend.jp/textmining/article/124-0027</a:t>
            </a:r>
            <a:r>
              <a:rPr lang="fr-FR" altLang="ja-JP" sz="900" dirty="0"/>
              <a:t> </a:t>
            </a:r>
            <a:endParaRPr lang="ja-JP" altLang="en-US" sz="900" dirty="0"/>
          </a:p>
        </p:txBody>
      </p:sp>
      <p:sp>
        <p:nvSpPr>
          <p:cNvPr id="7" name="テキスト ボックス 6">
            <a:extLst>
              <a:ext uri="{FF2B5EF4-FFF2-40B4-BE49-F238E27FC236}">
                <a16:creationId xmlns:a16="http://schemas.microsoft.com/office/drawing/2014/main" id="{2E8110BE-710F-42C2-A70C-1F8748037384}"/>
              </a:ext>
            </a:extLst>
          </p:cNvPr>
          <p:cNvSpPr txBox="1"/>
          <p:nvPr/>
        </p:nvSpPr>
        <p:spPr>
          <a:xfrm>
            <a:off x="6371824" y="6552633"/>
            <a:ext cx="519794" cy="215444"/>
          </a:xfrm>
          <a:prstGeom prst="rect">
            <a:avLst/>
          </a:prstGeom>
          <a:noFill/>
        </p:spPr>
        <p:txBody>
          <a:bodyPr wrap="square">
            <a:spAutoFit/>
          </a:bodyPr>
          <a:lstStyle/>
          <a:p>
            <a:r>
              <a:rPr lang="fr-FR" altLang="ja-JP" sz="800" b="1" dirty="0">
                <a:latin typeface="+mn-ea"/>
              </a:rPr>
              <a:t>NLP</a:t>
            </a:r>
            <a:endParaRPr lang="ja-JP" altLang="en-US" sz="800" b="1" dirty="0">
              <a:latin typeface="+mn-ea"/>
            </a:endParaRPr>
          </a:p>
        </p:txBody>
      </p:sp>
    </p:spTree>
    <p:extLst>
      <p:ext uri="{BB962C8B-B14F-4D97-AF65-F5344CB8AC3E}">
        <p14:creationId xmlns:p14="http://schemas.microsoft.com/office/powerpoint/2010/main" val="3241688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D6983A-B17C-858C-956E-D9BB13FCC479}"/>
              </a:ext>
            </a:extLst>
          </p:cNvPr>
          <p:cNvSpPr>
            <a:spLocks noGrp="1"/>
          </p:cNvSpPr>
          <p:nvPr>
            <p:ph type="title"/>
          </p:nvPr>
        </p:nvSpPr>
        <p:spPr>
          <a:xfrm>
            <a:off x="2592925" y="624110"/>
            <a:ext cx="8911687" cy="686978"/>
          </a:xfrm>
        </p:spPr>
        <p:txBody>
          <a:bodyPr/>
          <a:lstStyle/>
          <a:p>
            <a:r>
              <a:rPr kumimoji="1" lang="ja-JP" altLang="en-US" dirty="0"/>
              <a:t>ブレイクスルーに必要な要素</a:t>
            </a:r>
          </a:p>
        </p:txBody>
      </p:sp>
      <p:sp>
        <p:nvSpPr>
          <p:cNvPr id="3" name="コンテンツ プレースホルダー 2">
            <a:extLst>
              <a:ext uri="{FF2B5EF4-FFF2-40B4-BE49-F238E27FC236}">
                <a16:creationId xmlns:a16="http://schemas.microsoft.com/office/drawing/2014/main" id="{E7959B4D-B1C0-E4A5-C416-19B49F013819}"/>
              </a:ext>
            </a:extLst>
          </p:cNvPr>
          <p:cNvSpPr>
            <a:spLocks noGrp="1"/>
          </p:cNvSpPr>
          <p:nvPr>
            <p:ph idx="1"/>
          </p:nvPr>
        </p:nvSpPr>
        <p:spPr>
          <a:xfrm>
            <a:off x="2592925" y="1540189"/>
            <a:ext cx="8915400" cy="3777622"/>
          </a:xfrm>
        </p:spPr>
        <p:txBody>
          <a:bodyPr/>
          <a:lstStyle/>
          <a:p>
            <a:r>
              <a:rPr lang="ja-JP" altLang="en-US" dirty="0"/>
              <a:t>これらのブレイクスルーは、</a:t>
            </a:r>
            <a:r>
              <a:rPr lang="ja-JP" altLang="en-US" b="1" dirty="0"/>
              <a:t>大量のデータ</a:t>
            </a:r>
            <a:r>
              <a:rPr lang="ja-JP" altLang="en-US" dirty="0"/>
              <a:t>、</a:t>
            </a:r>
            <a:r>
              <a:rPr lang="ja-JP" altLang="en-US" b="1" dirty="0">
                <a:solidFill>
                  <a:schemeClr val="tx1"/>
                </a:solidFill>
              </a:rPr>
              <a:t>高性能な計算資源（</a:t>
            </a:r>
            <a:r>
              <a:rPr lang="en-US" altLang="ja-JP" b="1" dirty="0">
                <a:solidFill>
                  <a:schemeClr val="tx1"/>
                </a:solidFill>
              </a:rPr>
              <a:t>GPU</a:t>
            </a:r>
            <a:r>
              <a:rPr lang="ja-JP" altLang="en-US" b="1" dirty="0">
                <a:solidFill>
                  <a:schemeClr val="tx1"/>
                </a:solidFill>
              </a:rPr>
              <a:t>など）</a:t>
            </a:r>
            <a:r>
              <a:rPr lang="ja-JP" altLang="en-US" dirty="0"/>
              <a:t>、そして洗練された</a:t>
            </a:r>
            <a:r>
              <a:rPr lang="ja-JP" altLang="en-US" b="1" dirty="0">
                <a:solidFill>
                  <a:schemeClr val="tx1"/>
                </a:solidFill>
              </a:rPr>
              <a:t>アルゴリズム</a:t>
            </a:r>
            <a:r>
              <a:rPr lang="ja-JP" altLang="en-US" dirty="0"/>
              <a:t>が融合した結果として現れました。</a:t>
            </a:r>
            <a:endParaRPr kumimoji="1" lang="ja-JP" altLang="en-US" dirty="0"/>
          </a:p>
        </p:txBody>
      </p:sp>
      <p:pic>
        <p:nvPicPr>
          <p:cNvPr id="4" name="図 3">
            <a:extLst>
              <a:ext uri="{FF2B5EF4-FFF2-40B4-BE49-F238E27FC236}">
                <a16:creationId xmlns:a16="http://schemas.microsoft.com/office/drawing/2014/main" id="{2FE21C0F-5E76-FB15-4C2A-577AE5EC5872}"/>
              </a:ext>
            </a:extLst>
          </p:cNvPr>
          <p:cNvPicPr>
            <a:picLocks noChangeAspect="1"/>
          </p:cNvPicPr>
          <p:nvPr/>
        </p:nvPicPr>
        <p:blipFill>
          <a:blip r:embed="rId2"/>
          <a:stretch>
            <a:fillRect/>
          </a:stretch>
        </p:blipFill>
        <p:spPr>
          <a:xfrm>
            <a:off x="3254188" y="2446835"/>
            <a:ext cx="7201837" cy="4040753"/>
          </a:xfrm>
          <a:prstGeom prst="rect">
            <a:avLst/>
          </a:prstGeom>
        </p:spPr>
      </p:pic>
      <p:sp>
        <p:nvSpPr>
          <p:cNvPr id="6" name="テキスト ボックス 5">
            <a:extLst>
              <a:ext uri="{FF2B5EF4-FFF2-40B4-BE49-F238E27FC236}">
                <a16:creationId xmlns:a16="http://schemas.microsoft.com/office/drawing/2014/main" id="{C3A01CEE-E708-0759-87BA-94976DD54B65}"/>
              </a:ext>
            </a:extLst>
          </p:cNvPr>
          <p:cNvSpPr txBox="1"/>
          <p:nvPr/>
        </p:nvSpPr>
        <p:spPr>
          <a:xfrm>
            <a:off x="7691534" y="6595772"/>
            <a:ext cx="4500466" cy="261610"/>
          </a:xfrm>
          <a:prstGeom prst="rect">
            <a:avLst/>
          </a:prstGeom>
          <a:noFill/>
        </p:spPr>
        <p:txBody>
          <a:bodyPr wrap="square">
            <a:spAutoFit/>
          </a:bodyPr>
          <a:lstStyle/>
          <a:p>
            <a:r>
              <a:rPr lang="ja-JP" altLang="en-US" sz="1100" dirty="0"/>
              <a:t>出典</a:t>
            </a:r>
            <a:r>
              <a:rPr lang="en-US" altLang="ja-JP" sz="1100" dirty="0"/>
              <a:t>: </a:t>
            </a:r>
            <a:r>
              <a:rPr lang="fr-FR" altLang="ja-JP" sz="1100" dirty="0">
                <a:hlinkClick r:id="rId3"/>
              </a:rPr>
              <a:t>https://cameronrwolfe.substack.com/p/llm-scaling-laws</a:t>
            </a:r>
            <a:r>
              <a:rPr lang="fr-FR" altLang="ja-JP" sz="1100" dirty="0"/>
              <a:t> </a:t>
            </a:r>
            <a:endParaRPr lang="ja-JP" altLang="en-US" sz="1100" dirty="0"/>
          </a:p>
        </p:txBody>
      </p:sp>
      <p:sp>
        <p:nvSpPr>
          <p:cNvPr id="7" name="テキスト ボックス 6">
            <a:extLst>
              <a:ext uri="{FF2B5EF4-FFF2-40B4-BE49-F238E27FC236}">
                <a16:creationId xmlns:a16="http://schemas.microsoft.com/office/drawing/2014/main" id="{4DC7BB01-FE86-540C-D1D7-D344FC1C2A4F}"/>
              </a:ext>
            </a:extLst>
          </p:cNvPr>
          <p:cNvSpPr txBox="1"/>
          <p:nvPr/>
        </p:nvSpPr>
        <p:spPr>
          <a:xfrm>
            <a:off x="6097667" y="6560245"/>
            <a:ext cx="1514877" cy="215444"/>
          </a:xfrm>
          <a:prstGeom prst="rect">
            <a:avLst/>
          </a:prstGeom>
          <a:noFill/>
        </p:spPr>
        <p:txBody>
          <a:bodyPr wrap="square">
            <a:spAutoFit/>
          </a:bodyPr>
          <a:lstStyle/>
          <a:p>
            <a:r>
              <a:rPr lang="fr-FR" altLang="ja-JP" sz="800" b="1" dirty="0" err="1">
                <a:latin typeface="+mn-ea"/>
              </a:rPr>
              <a:t>Scaling</a:t>
            </a:r>
            <a:r>
              <a:rPr lang="fr-FR" altLang="ja-JP" sz="800" b="1" dirty="0">
                <a:latin typeface="+mn-ea"/>
              </a:rPr>
              <a:t> Laws for </a:t>
            </a:r>
            <a:r>
              <a:rPr lang="fr-FR" altLang="ja-JP" sz="800" b="1" dirty="0" err="1">
                <a:latin typeface="+mn-ea"/>
              </a:rPr>
              <a:t>LLMs</a:t>
            </a:r>
            <a:endParaRPr lang="ja-JP" altLang="en-US" sz="800" b="1" dirty="0">
              <a:latin typeface="+mn-ea"/>
            </a:endParaRPr>
          </a:p>
        </p:txBody>
      </p:sp>
    </p:spTree>
    <p:extLst>
      <p:ext uri="{BB962C8B-B14F-4D97-AF65-F5344CB8AC3E}">
        <p14:creationId xmlns:p14="http://schemas.microsoft.com/office/powerpoint/2010/main" val="116189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556A4-18B2-1862-D6C9-33EB00BB00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C5AA14-E6E0-BEC0-D1CB-5BB15907168C}"/>
              </a:ext>
            </a:extLst>
          </p:cNvPr>
          <p:cNvSpPr>
            <a:spLocks noGrp="1"/>
          </p:cNvSpPr>
          <p:nvPr>
            <p:ph type="title"/>
          </p:nvPr>
        </p:nvSpPr>
        <p:spPr>
          <a:xfrm>
            <a:off x="1917064" y="173536"/>
            <a:ext cx="8911687" cy="642987"/>
          </a:xfrm>
        </p:spPr>
        <p:txBody>
          <a:bodyPr/>
          <a:lstStyle/>
          <a:p>
            <a:r>
              <a:rPr kumimoji="1" lang="en-US" altLang="ja-JP" dirty="0"/>
              <a:t>2. </a:t>
            </a:r>
            <a:r>
              <a:rPr kumimoji="1" lang="ja-JP" altLang="en-US" dirty="0"/>
              <a:t>最新</a:t>
            </a:r>
            <a:r>
              <a:rPr kumimoji="1" lang="en-US" altLang="ja-JP" dirty="0"/>
              <a:t>AI</a:t>
            </a:r>
            <a:r>
              <a:rPr kumimoji="1" lang="ja-JP" altLang="en-US" dirty="0"/>
              <a:t>技術の動向とビジネス応用例</a:t>
            </a:r>
          </a:p>
        </p:txBody>
      </p:sp>
      <p:sp>
        <p:nvSpPr>
          <p:cNvPr id="3" name="コンテンツ プレースホルダー 2">
            <a:extLst>
              <a:ext uri="{FF2B5EF4-FFF2-40B4-BE49-F238E27FC236}">
                <a16:creationId xmlns:a16="http://schemas.microsoft.com/office/drawing/2014/main" id="{ECF9DA78-1734-BC2F-4E9D-227CE3ADAD94}"/>
              </a:ext>
            </a:extLst>
          </p:cNvPr>
          <p:cNvSpPr>
            <a:spLocks noGrp="1"/>
          </p:cNvSpPr>
          <p:nvPr>
            <p:ph idx="1"/>
          </p:nvPr>
        </p:nvSpPr>
        <p:spPr>
          <a:xfrm>
            <a:off x="2197736" y="816523"/>
            <a:ext cx="9550316" cy="5857935"/>
          </a:xfrm>
        </p:spPr>
        <p:txBody>
          <a:bodyPr vert="horz" lIns="91440" tIns="45720" rIns="91440" bIns="45720" rtlCol="0">
            <a:normAutofit fontScale="92500" lnSpcReduction="10000"/>
          </a:bodyPr>
          <a:lstStyle/>
          <a:p>
            <a:r>
              <a:rPr lang="ja-JP" altLang="en-US" sz="1400" b="1" dirty="0"/>
              <a:t>生成</a:t>
            </a:r>
            <a:r>
              <a:rPr lang="en-US" altLang="ja-JP" sz="1400" b="1" dirty="0"/>
              <a:t>AI</a:t>
            </a:r>
            <a:r>
              <a:rPr lang="ja-JP" altLang="en-US" sz="1400" b="1" dirty="0"/>
              <a:t>の衝撃（特に</a:t>
            </a:r>
            <a:r>
              <a:rPr lang="en-US" altLang="ja-JP" sz="1400" b="1" dirty="0"/>
              <a:t>ChatGPT</a:t>
            </a:r>
            <a:r>
              <a:rPr lang="ja-JP" altLang="en-US" sz="1400" b="1" dirty="0"/>
              <a:t>などの大規模言語モデル </a:t>
            </a:r>
            <a:r>
              <a:rPr lang="en-US" altLang="ja-JP" sz="1400" b="1" dirty="0"/>
              <a:t>- LLM</a:t>
            </a:r>
            <a:r>
              <a:rPr lang="ja-JP" altLang="en-US" sz="1400" b="1" dirty="0"/>
              <a:t>）</a:t>
            </a:r>
          </a:p>
          <a:p>
            <a:pPr lvl="1"/>
            <a:r>
              <a:rPr lang="ja-JP" altLang="en-US" sz="1100" dirty="0"/>
              <a:t>何ができるのか？</a:t>
            </a:r>
          </a:p>
          <a:p>
            <a:pPr lvl="2"/>
            <a:r>
              <a:rPr lang="ja-JP" altLang="en-US" sz="1050" dirty="0"/>
              <a:t>原理の簡潔な</a:t>
            </a:r>
            <a:r>
              <a:rPr lang="ja-JP" altLang="en-US" sz="1050"/>
              <a:t>説明：</a:t>
            </a:r>
            <a:r>
              <a:rPr lang="ja-JP" altLang="en-US" sz="1000"/>
              <a:t>自然</a:t>
            </a:r>
            <a:r>
              <a:rPr lang="ja-JP" altLang="en-US" sz="1000" dirty="0"/>
              <a:t>な文章の生成（メール、レジュメ添削、求人票作成補助）</a:t>
            </a:r>
          </a:p>
          <a:p>
            <a:pPr lvl="2"/>
            <a:r>
              <a:rPr lang="ja-JP" altLang="en-US" sz="1000" dirty="0"/>
              <a:t>要約（長文の候補者情報、面談議事録）</a:t>
            </a:r>
          </a:p>
          <a:p>
            <a:pPr lvl="2"/>
            <a:r>
              <a:rPr lang="ja-JP" altLang="en-US" sz="1000" dirty="0"/>
              <a:t>翻訳</a:t>
            </a:r>
          </a:p>
          <a:p>
            <a:pPr lvl="2"/>
            <a:r>
              <a:rPr lang="ja-JP" altLang="en-US" sz="1000" dirty="0"/>
              <a:t>情報検索・質疑応答</a:t>
            </a:r>
          </a:p>
          <a:p>
            <a:pPr lvl="2"/>
            <a:r>
              <a:rPr lang="ja-JP" altLang="en-US" sz="1000" dirty="0"/>
              <a:t>アイデア出し（キャリアパス提案、面談質問リスト）</a:t>
            </a:r>
          </a:p>
          <a:p>
            <a:pPr lvl="1"/>
            <a:r>
              <a:rPr lang="ja-JP" altLang="en-US" sz="1100" dirty="0"/>
              <a:t>ラストデータから次の単語を予測する、といったイメージ。</a:t>
            </a:r>
          </a:p>
          <a:p>
            <a:pPr lvl="1"/>
            <a:r>
              <a:rPr lang="ja-JP" altLang="en-US" sz="1100" b="1" dirty="0"/>
              <a:t>実例説明</a:t>
            </a:r>
            <a:r>
              <a:rPr lang="ja-JP" altLang="en-US" sz="1100" dirty="0"/>
              <a:t>：</a:t>
            </a:r>
          </a:p>
          <a:p>
            <a:pPr lvl="2"/>
            <a:r>
              <a:rPr lang="ja-JP" altLang="en-US" sz="1000" dirty="0"/>
              <a:t>「〇〇な求人票を作成して」と入力したら、骨子と文章を生成する様子</a:t>
            </a:r>
          </a:p>
          <a:p>
            <a:pPr lvl="2"/>
            <a:r>
              <a:rPr lang="ja-JP" altLang="en-US" sz="1000" dirty="0"/>
              <a:t>「この履歴書を</a:t>
            </a:r>
            <a:r>
              <a:rPr lang="en-US" altLang="ja-JP" sz="1000" dirty="0"/>
              <a:t>3</a:t>
            </a:r>
            <a:r>
              <a:rPr lang="ja-JP" altLang="en-US" sz="1000" dirty="0"/>
              <a:t>行で要約して」と入力したら要約が出る様子</a:t>
            </a:r>
          </a:p>
          <a:p>
            <a:r>
              <a:rPr lang="ja-JP" altLang="en-US" sz="1400" b="1" dirty="0"/>
              <a:t>その他の注目技術</a:t>
            </a:r>
            <a:endParaRPr lang="en-US" altLang="ja-JP" sz="1400" b="1" dirty="0"/>
          </a:p>
          <a:p>
            <a:pPr lvl="1"/>
            <a:r>
              <a:rPr lang="ja-JP" altLang="en-US" sz="1100" dirty="0"/>
              <a:t>画像認識・動画分析：</a:t>
            </a:r>
          </a:p>
          <a:p>
            <a:pPr lvl="2"/>
            <a:r>
              <a:rPr lang="ja-JP" altLang="en-US" sz="1000" dirty="0"/>
              <a:t>（例）採用動画からの非言語情報分析の可能性（将来的な応用）など。</a:t>
            </a:r>
          </a:p>
          <a:p>
            <a:pPr lvl="1"/>
            <a:r>
              <a:rPr lang="ja-JP" altLang="en-US" sz="1100" dirty="0"/>
              <a:t>音声認識・自然言語処理の進化：</a:t>
            </a:r>
          </a:p>
          <a:p>
            <a:pPr lvl="2"/>
            <a:r>
              <a:rPr lang="ja-JP" altLang="en-US" sz="1000" dirty="0"/>
              <a:t>面談内容の自動文字起こし、感情分析、キーポイント抽出による業務効率化。</a:t>
            </a:r>
          </a:p>
          <a:p>
            <a:pPr lvl="1"/>
            <a:r>
              <a:rPr lang="ja-JP" altLang="en-US" sz="1100" dirty="0"/>
              <a:t>レコメンデーション（推薦）システム：</a:t>
            </a:r>
          </a:p>
          <a:p>
            <a:pPr lvl="2"/>
            <a:r>
              <a:rPr lang="ja-JP" altLang="en-US" sz="1000" dirty="0"/>
              <a:t>候補者への求人推薦、企業への候補者推薦の精度向上。</a:t>
            </a:r>
          </a:p>
          <a:p>
            <a:r>
              <a:rPr lang="ja-JP" altLang="en-US" sz="1400" b="1" dirty="0"/>
              <a:t>ビジネス応用例（人材紹介以外の分野も交えて、イメージを広げる）</a:t>
            </a:r>
          </a:p>
          <a:p>
            <a:pPr lvl="1"/>
            <a:r>
              <a:rPr lang="ja-JP" altLang="en-US" sz="1100" dirty="0"/>
              <a:t>自動顧客対応（チャットボット）</a:t>
            </a:r>
          </a:p>
          <a:p>
            <a:pPr lvl="1"/>
            <a:r>
              <a:rPr lang="ja-JP" altLang="en-US" sz="1100" dirty="0"/>
              <a:t>マーケティングにおけるパーソナライズ</a:t>
            </a:r>
          </a:p>
          <a:p>
            <a:pPr lvl="1"/>
            <a:r>
              <a:rPr lang="ja-JP" altLang="en-US" sz="1100" dirty="0"/>
              <a:t>製造現場での品質検査</a:t>
            </a:r>
          </a:p>
        </p:txBody>
      </p:sp>
    </p:spTree>
    <p:extLst>
      <p:ext uri="{BB962C8B-B14F-4D97-AF65-F5344CB8AC3E}">
        <p14:creationId xmlns:p14="http://schemas.microsoft.com/office/powerpoint/2010/main" val="3440884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A2EFFF-1949-7496-E601-32BEA3742C24}"/>
              </a:ext>
            </a:extLst>
          </p:cNvPr>
          <p:cNvSpPr>
            <a:spLocks noGrp="1"/>
          </p:cNvSpPr>
          <p:nvPr>
            <p:ph type="title"/>
          </p:nvPr>
        </p:nvSpPr>
        <p:spPr>
          <a:xfrm>
            <a:off x="2589212" y="203300"/>
            <a:ext cx="9092569" cy="927847"/>
          </a:xfrm>
        </p:spPr>
        <p:txBody>
          <a:bodyPr>
            <a:noAutofit/>
          </a:bodyPr>
          <a:lstStyle/>
          <a:p>
            <a:r>
              <a:rPr kumimoji="1" lang="ja-JP" altLang="en-US" sz="2400" dirty="0"/>
              <a:t>例</a:t>
            </a:r>
            <a:r>
              <a:rPr kumimoji="1" lang="en-US" altLang="ja-JP" sz="2400" dirty="0"/>
              <a:t>-1: LLM</a:t>
            </a:r>
            <a:r>
              <a:rPr kumimoji="1" lang="ja-JP" altLang="en-US" sz="2400" dirty="0"/>
              <a:t>（生成</a:t>
            </a:r>
            <a:r>
              <a:rPr kumimoji="1" lang="en-US" altLang="ja-JP" sz="2400" dirty="0"/>
              <a:t>AI</a:t>
            </a:r>
            <a:r>
              <a:rPr kumimoji="1" lang="ja-JP" altLang="en-US" sz="2400" dirty="0"/>
              <a:t>）による「〇〇な求人票を作成して」と入力したら、骨子と文章を生成する様子</a:t>
            </a:r>
            <a:br>
              <a:rPr kumimoji="1" lang="ja-JP" altLang="en-US" sz="2400" dirty="0"/>
            </a:br>
            <a:endParaRPr kumimoji="1" lang="ja-JP" altLang="en-US" sz="2400" dirty="0"/>
          </a:p>
        </p:txBody>
      </p:sp>
      <p:sp>
        <p:nvSpPr>
          <p:cNvPr id="3" name="コンテンツ プレースホルダー 2">
            <a:extLst>
              <a:ext uri="{FF2B5EF4-FFF2-40B4-BE49-F238E27FC236}">
                <a16:creationId xmlns:a16="http://schemas.microsoft.com/office/drawing/2014/main" id="{8F367EE7-BDE2-3936-B54E-CF896D8AA6F3}"/>
              </a:ext>
            </a:extLst>
          </p:cNvPr>
          <p:cNvSpPr>
            <a:spLocks noGrp="1"/>
          </p:cNvSpPr>
          <p:nvPr>
            <p:ph idx="1"/>
          </p:nvPr>
        </p:nvSpPr>
        <p:spPr>
          <a:xfrm>
            <a:off x="2589212" y="1243853"/>
            <a:ext cx="8915400" cy="927847"/>
          </a:xfrm>
        </p:spPr>
        <p:txBody>
          <a:bodyPr>
            <a:normAutofit fontScale="62500" lnSpcReduction="20000"/>
          </a:bodyPr>
          <a:lstStyle/>
          <a:p>
            <a:r>
              <a:rPr kumimoji="1" lang="ja-JP" altLang="en-US" b="1" dirty="0"/>
              <a:t>プロンプト</a:t>
            </a:r>
            <a:r>
              <a:rPr kumimoji="1" lang="ja-JP" altLang="en-US" dirty="0"/>
              <a:t>：</a:t>
            </a:r>
            <a:endParaRPr kumimoji="1" lang="en-US" altLang="ja-JP" dirty="0"/>
          </a:p>
          <a:p>
            <a:pPr lvl="1"/>
            <a:r>
              <a:rPr kumimoji="1" lang="en-US" altLang="ja-JP" dirty="0"/>
              <a:t>"</a:t>
            </a:r>
            <a:r>
              <a:rPr kumimoji="1" lang="en-US" altLang="ja-JP" b="1" dirty="0">
                <a:solidFill>
                  <a:srgbClr val="FF0000"/>
                </a:solidFill>
              </a:rPr>
              <a:t>IT</a:t>
            </a:r>
            <a:r>
              <a:rPr kumimoji="1" lang="ja-JP" altLang="en-US" b="1" dirty="0">
                <a:solidFill>
                  <a:srgbClr val="FF0000"/>
                </a:solidFill>
              </a:rPr>
              <a:t>企業で、</a:t>
            </a:r>
            <a:r>
              <a:rPr kumimoji="1" lang="en-US" altLang="ja-JP" b="1" dirty="0">
                <a:solidFill>
                  <a:srgbClr val="FF0000"/>
                </a:solidFill>
              </a:rPr>
              <a:t>Web</a:t>
            </a:r>
            <a:r>
              <a:rPr kumimoji="1" lang="ja-JP" altLang="en-US" b="1" dirty="0">
                <a:solidFill>
                  <a:srgbClr val="FF0000"/>
                </a:solidFill>
              </a:rPr>
              <a:t>サービスの新規立ち上げメンバーとしてエンジニア</a:t>
            </a:r>
            <a:r>
              <a:rPr kumimoji="1" lang="ja-JP" altLang="en-US" dirty="0"/>
              <a:t>の求人票を作成してほしい。必須スキルは</a:t>
            </a:r>
            <a:r>
              <a:rPr kumimoji="1" lang="en-US" altLang="ja-JP" dirty="0"/>
              <a:t>React</a:t>
            </a:r>
            <a:r>
              <a:rPr kumimoji="1" lang="ja-JP" altLang="en-US" dirty="0"/>
              <a:t>と</a:t>
            </a:r>
            <a:r>
              <a:rPr kumimoji="1" lang="en-US" altLang="ja-JP" dirty="0"/>
              <a:t>TypeScript</a:t>
            </a:r>
            <a:r>
              <a:rPr kumimoji="1" lang="ja-JP" altLang="en-US" dirty="0"/>
              <a:t>。英語はビジネスレベル。給与は年俸</a:t>
            </a:r>
            <a:r>
              <a:rPr kumimoji="1" lang="en-US" altLang="ja-JP" dirty="0"/>
              <a:t>700</a:t>
            </a:r>
            <a:r>
              <a:rPr kumimoji="1" lang="ja-JP" altLang="en-US" dirty="0"/>
              <a:t>万円</a:t>
            </a:r>
            <a:r>
              <a:rPr kumimoji="1" lang="en-US" altLang="ja-JP" dirty="0"/>
              <a:t>〜1000</a:t>
            </a:r>
            <a:r>
              <a:rPr kumimoji="1" lang="ja-JP" altLang="en-US" dirty="0"/>
              <a:t>万円。会社の魅力は自由な風土と裁量権の大きさ。</a:t>
            </a:r>
            <a:r>
              <a:rPr kumimoji="1" lang="en-US" altLang="ja-JP" dirty="0"/>
              <a:t>“</a:t>
            </a:r>
          </a:p>
          <a:p>
            <a:r>
              <a:rPr lang="en-US" altLang="ja-JP" b="1" dirty="0"/>
              <a:t>LLM</a:t>
            </a:r>
            <a:r>
              <a:rPr lang="ja-JP" altLang="en-US" b="1" dirty="0"/>
              <a:t>の生成結果</a:t>
            </a:r>
            <a:r>
              <a:rPr lang="ja-JP" altLang="en-US" dirty="0"/>
              <a:t>：</a:t>
            </a:r>
            <a:endParaRPr kumimoji="1" lang="ja-JP" altLang="en-US" dirty="0"/>
          </a:p>
        </p:txBody>
      </p:sp>
      <p:pic>
        <p:nvPicPr>
          <p:cNvPr id="5" name="図 4">
            <a:extLst>
              <a:ext uri="{FF2B5EF4-FFF2-40B4-BE49-F238E27FC236}">
                <a16:creationId xmlns:a16="http://schemas.microsoft.com/office/drawing/2014/main" id="{17FB6962-177F-5235-DAEA-4F45EA055ABD}"/>
              </a:ext>
            </a:extLst>
          </p:cNvPr>
          <p:cNvPicPr>
            <a:picLocks noChangeAspect="1"/>
          </p:cNvPicPr>
          <p:nvPr/>
        </p:nvPicPr>
        <p:blipFill>
          <a:blip r:embed="rId3"/>
          <a:stretch>
            <a:fillRect/>
          </a:stretch>
        </p:blipFill>
        <p:spPr>
          <a:xfrm>
            <a:off x="2916503" y="2392791"/>
            <a:ext cx="8445412" cy="4052248"/>
          </a:xfrm>
          <a:prstGeom prst="rect">
            <a:avLst/>
          </a:prstGeom>
        </p:spPr>
      </p:pic>
      <p:sp>
        <p:nvSpPr>
          <p:cNvPr id="6" name="四角形: 角を丸くする 5">
            <a:extLst>
              <a:ext uri="{FF2B5EF4-FFF2-40B4-BE49-F238E27FC236}">
                <a16:creationId xmlns:a16="http://schemas.microsoft.com/office/drawing/2014/main" id="{E7ABD59A-AAA1-1751-8737-24A7DFFA7A77}"/>
              </a:ext>
            </a:extLst>
          </p:cNvPr>
          <p:cNvSpPr/>
          <p:nvPr/>
        </p:nvSpPr>
        <p:spPr>
          <a:xfrm>
            <a:off x="9030438" y="1707776"/>
            <a:ext cx="2331477" cy="465102"/>
          </a:xfrm>
          <a:prstGeom prst="roundRect">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FF0000"/>
                </a:solidFill>
              </a:rPr>
              <a:t>●●求人票の具体的な条件</a:t>
            </a:r>
          </a:p>
        </p:txBody>
      </p:sp>
    </p:spTree>
    <p:extLst>
      <p:ext uri="{BB962C8B-B14F-4D97-AF65-F5344CB8AC3E}">
        <p14:creationId xmlns:p14="http://schemas.microsoft.com/office/powerpoint/2010/main" val="465219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ADD74B-43D1-8ED8-8ED9-F498E27BD538}"/>
              </a:ext>
            </a:extLst>
          </p:cNvPr>
          <p:cNvSpPr>
            <a:spLocks noGrp="1"/>
          </p:cNvSpPr>
          <p:nvPr>
            <p:ph type="title"/>
          </p:nvPr>
        </p:nvSpPr>
        <p:spPr>
          <a:xfrm>
            <a:off x="2589212" y="207251"/>
            <a:ext cx="8911687" cy="739527"/>
          </a:xfrm>
        </p:spPr>
        <p:txBody>
          <a:bodyPr>
            <a:normAutofit/>
          </a:bodyPr>
          <a:lstStyle/>
          <a:p>
            <a:r>
              <a:rPr kumimoji="1" lang="ja-JP" altLang="en-US" sz="2800" dirty="0"/>
              <a:t>例</a:t>
            </a:r>
            <a:r>
              <a:rPr kumimoji="1" lang="en-US" altLang="ja-JP" sz="2800" dirty="0"/>
              <a:t>-2: LLM</a:t>
            </a:r>
            <a:r>
              <a:rPr kumimoji="1" lang="ja-JP" altLang="en-US" sz="2800" dirty="0"/>
              <a:t>（生成</a:t>
            </a:r>
            <a:r>
              <a:rPr kumimoji="1" lang="en-US" altLang="ja-JP" sz="2800" dirty="0"/>
              <a:t>AI</a:t>
            </a:r>
            <a:r>
              <a:rPr kumimoji="1" lang="ja-JP" altLang="en-US" sz="2800" dirty="0"/>
              <a:t>）による履歴書要約支援</a:t>
            </a:r>
          </a:p>
        </p:txBody>
      </p:sp>
      <p:sp>
        <p:nvSpPr>
          <p:cNvPr id="3" name="コンテンツ プレースホルダー 2">
            <a:extLst>
              <a:ext uri="{FF2B5EF4-FFF2-40B4-BE49-F238E27FC236}">
                <a16:creationId xmlns:a16="http://schemas.microsoft.com/office/drawing/2014/main" id="{59A371C7-7F42-C13C-42F1-1A588568B865}"/>
              </a:ext>
            </a:extLst>
          </p:cNvPr>
          <p:cNvSpPr>
            <a:spLocks noGrp="1"/>
          </p:cNvSpPr>
          <p:nvPr>
            <p:ph idx="1"/>
          </p:nvPr>
        </p:nvSpPr>
        <p:spPr>
          <a:xfrm>
            <a:off x="2589212" y="753035"/>
            <a:ext cx="8915400" cy="5158187"/>
          </a:xfrm>
        </p:spPr>
        <p:txBody>
          <a:bodyPr>
            <a:normAutofit fontScale="92500" lnSpcReduction="10000"/>
          </a:bodyPr>
          <a:lstStyle/>
          <a:p>
            <a:r>
              <a:rPr lang="ja-JP" altLang="en-US" b="1" dirty="0"/>
              <a:t>プロンプト</a:t>
            </a:r>
            <a:endParaRPr lang="en-US" altLang="ja-JP" b="1" dirty="0"/>
          </a:p>
          <a:p>
            <a:pPr lvl="1"/>
            <a:r>
              <a:rPr lang="en-US" altLang="ja-JP" b="1" dirty="0"/>
              <a:t>"</a:t>
            </a:r>
            <a:r>
              <a:rPr lang="ja-JP" altLang="en-US" b="1" dirty="0"/>
              <a:t>この履歴書（または職務経歴書）の内容を、特に職務経験とスキルに焦点を当てて、</a:t>
            </a:r>
            <a:r>
              <a:rPr lang="en-US" altLang="ja-JP" b="1" dirty="0"/>
              <a:t>3</a:t>
            </a:r>
            <a:r>
              <a:rPr lang="ja-JP" altLang="en-US" b="1" dirty="0"/>
              <a:t>行で要約してください。</a:t>
            </a:r>
            <a:r>
              <a:rPr lang="en-US" altLang="ja-JP" b="1" dirty="0"/>
              <a:t>"</a:t>
            </a:r>
          </a:p>
          <a:p>
            <a:r>
              <a:rPr lang="ja-JP" altLang="en-US" b="1" dirty="0"/>
              <a:t>例</a:t>
            </a:r>
            <a:r>
              <a:rPr lang="en-US" altLang="ja-JP" b="1" dirty="0"/>
              <a:t>2.1</a:t>
            </a:r>
            <a:r>
              <a:rPr lang="ja-JP" altLang="en-US" b="1" dirty="0"/>
              <a:t>：営業職の履歴書の場合</a:t>
            </a:r>
            <a:endParaRPr lang="en-US" altLang="ja-JP" b="1" dirty="0"/>
          </a:p>
          <a:p>
            <a:pPr lvl="1"/>
            <a:r>
              <a:rPr lang="ja-JP" altLang="en-US" b="1" dirty="0"/>
              <a:t>要約：</a:t>
            </a:r>
            <a:r>
              <a:rPr lang="ja-JP" altLang="en-US" dirty="0"/>
              <a:t>「大手金融機関で</a:t>
            </a:r>
            <a:r>
              <a:rPr lang="en-US" altLang="ja-JP" dirty="0"/>
              <a:t>7</a:t>
            </a:r>
            <a:r>
              <a:rPr lang="ja-JP" altLang="en-US" dirty="0"/>
              <a:t>年間、法人向けソリューション営業として活動。常に目標達成率</a:t>
            </a:r>
            <a:r>
              <a:rPr lang="en-US" altLang="ja-JP" dirty="0"/>
              <a:t>120%</a:t>
            </a:r>
            <a:r>
              <a:rPr lang="ja-JP" altLang="en-US" dirty="0"/>
              <a:t>以上を維持し、新規顧客開拓にも貢献。プロジェクトマネジメント経験もあり、リーダーシップを発揮。」</a:t>
            </a:r>
          </a:p>
          <a:p>
            <a:r>
              <a:rPr lang="ja-JP" altLang="en-US" b="1" dirty="0"/>
              <a:t>例</a:t>
            </a:r>
            <a:r>
              <a:rPr lang="en-US" altLang="ja-JP" b="1" dirty="0"/>
              <a:t>2.2</a:t>
            </a:r>
            <a:r>
              <a:rPr lang="ja-JP" altLang="en-US" b="1" dirty="0"/>
              <a:t>：エンジニア職の職務経歴書の場合</a:t>
            </a:r>
            <a:endParaRPr lang="en-US" altLang="ja-JP" b="1" dirty="0"/>
          </a:p>
          <a:p>
            <a:pPr lvl="1"/>
            <a:r>
              <a:rPr lang="ja-JP" altLang="en-US" b="1" dirty="0"/>
              <a:t>要約：</a:t>
            </a:r>
            <a:r>
              <a:rPr lang="ja-JP" altLang="en-US" dirty="0"/>
              <a:t>「</a:t>
            </a:r>
            <a:r>
              <a:rPr lang="en-US" altLang="ja-JP" dirty="0"/>
              <a:t>Web</a:t>
            </a:r>
            <a:r>
              <a:rPr lang="ja-JP" altLang="en-US" dirty="0"/>
              <a:t>アプリケーション開発において</a:t>
            </a:r>
            <a:r>
              <a:rPr lang="en-US" altLang="ja-JP" dirty="0"/>
              <a:t>5</a:t>
            </a:r>
            <a:r>
              <a:rPr lang="ja-JP" altLang="en-US" dirty="0"/>
              <a:t>年以上の経験を持ち、</a:t>
            </a:r>
            <a:r>
              <a:rPr lang="en-US" altLang="ja-JP" dirty="0"/>
              <a:t>Python</a:t>
            </a:r>
            <a:r>
              <a:rPr lang="ja-JP" altLang="en-US" dirty="0"/>
              <a:t>と</a:t>
            </a:r>
            <a:r>
              <a:rPr lang="en-US" altLang="ja-JP" dirty="0"/>
              <a:t>AWS</a:t>
            </a:r>
            <a:r>
              <a:rPr lang="ja-JP" altLang="en-US" dirty="0"/>
              <a:t>を主要技術として複数プロジェクトに従事。特に顧客管理システムの設計・実装に強み。チームでの開発経験も豊富で、技術的課題解決能力が高い。」</a:t>
            </a:r>
          </a:p>
          <a:p>
            <a:endParaRPr lang="en-US" altLang="ja-JP" dirty="0"/>
          </a:p>
          <a:p>
            <a:r>
              <a:rPr lang="ja-JP" altLang="en-US" dirty="0"/>
              <a:t>このように、詳細な書類全体を読み込むことなく、</a:t>
            </a:r>
            <a:r>
              <a:rPr lang="ja-JP" altLang="en-US" b="1" dirty="0"/>
              <a:t>候補者の核となる情報を短時間で効率的に把握できる</a:t>
            </a:r>
            <a:r>
              <a:rPr lang="ja-JP" altLang="en-US" dirty="0"/>
              <a:t>ようになります。これにより、スクリーニングの速度が上がり、エージェントの皆さんはより深い面談や、候補者とのコミュニケーションに時間を割くことが可能になります。</a:t>
            </a:r>
          </a:p>
          <a:p>
            <a:r>
              <a:rPr lang="ja-JP" altLang="en-US" dirty="0"/>
              <a:t>これは、日々の業務における</a:t>
            </a:r>
            <a:r>
              <a:rPr lang="ja-JP" altLang="en-US" b="1" dirty="0"/>
              <a:t>情報処理の負担を軽減し、生産性を劇的に向上させる</a:t>
            </a:r>
            <a:r>
              <a:rPr lang="ja-JP" altLang="en-US" dirty="0"/>
              <a:t>ための強力なツールとなり得るです。</a:t>
            </a:r>
          </a:p>
          <a:p>
            <a:endParaRPr kumimoji="1" lang="ja-JP" altLang="en-US" dirty="0"/>
          </a:p>
        </p:txBody>
      </p:sp>
    </p:spTree>
    <p:extLst>
      <p:ext uri="{BB962C8B-B14F-4D97-AF65-F5344CB8AC3E}">
        <p14:creationId xmlns:p14="http://schemas.microsoft.com/office/powerpoint/2010/main" val="4115530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420E1-E3FC-D159-501B-32C0B781A3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9EE3DD-2BA5-6B1F-6506-14A2CC111123}"/>
              </a:ext>
            </a:extLst>
          </p:cNvPr>
          <p:cNvSpPr>
            <a:spLocks noGrp="1"/>
          </p:cNvSpPr>
          <p:nvPr>
            <p:ph type="title"/>
          </p:nvPr>
        </p:nvSpPr>
        <p:spPr>
          <a:xfrm>
            <a:off x="2592925" y="624110"/>
            <a:ext cx="8911687" cy="642987"/>
          </a:xfrm>
        </p:spPr>
        <p:txBody>
          <a:bodyPr/>
          <a:lstStyle/>
          <a:p>
            <a:r>
              <a:rPr kumimoji="1" lang="en-US" altLang="ja-JP" dirty="0"/>
              <a:t>3. </a:t>
            </a:r>
            <a:r>
              <a:rPr kumimoji="1" lang="ja-JP" altLang="en-US" dirty="0"/>
              <a:t>人材紹介業界における</a:t>
            </a:r>
            <a:r>
              <a:rPr kumimoji="1" lang="en-US" altLang="ja-JP" dirty="0"/>
              <a:t>AI</a:t>
            </a:r>
            <a:r>
              <a:rPr kumimoji="1" lang="ja-JP" altLang="en-US" dirty="0"/>
              <a:t>活用シナリオ</a:t>
            </a:r>
          </a:p>
        </p:txBody>
      </p:sp>
      <p:sp>
        <p:nvSpPr>
          <p:cNvPr id="3" name="コンテンツ プレースホルダー 2">
            <a:extLst>
              <a:ext uri="{FF2B5EF4-FFF2-40B4-BE49-F238E27FC236}">
                <a16:creationId xmlns:a16="http://schemas.microsoft.com/office/drawing/2014/main" id="{E1304072-41FD-B698-6C33-2313F10D9C1F}"/>
              </a:ext>
            </a:extLst>
          </p:cNvPr>
          <p:cNvSpPr>
            <a:spLocks noGrp="1"/>
          </p:cNvSpPr>
          <p:nvPr>
            <p:ph idx="1"/>
          </p:nvPr>
        </p:nvSpPr>
        <p:spPr>
          <a:xfrm>
            <a:off x="2589212" y="1404257"/>
            <a:ext cx="9602788" cy="5347726"/>
          </a:xfrm>
        </p:spPr>
        <p:txBody>
          <a:bodyPr>
            <a:normAutofit fontScale="92500" lnSpcReduction="10000"/>
          </a:bodyPr>
          <a:lstStyle/>
          <a:p>
            <a:r>
              <a:rPr lang="ja-JP" altLang="en-US" b="1" dirty="0"/>
              <a:t>候補者管理・スカウト業務の効率化</a:t>
            </a:r>
            <a:endParaRPr lang="ja-JP" altLang="en-US" dirty="0"/>
          </a:p>
          <a:p>
            <a:pPr lvl="1"/>
            <a:r>
              <a:rPr lang="ja-JP" altLang="en-US" dirty="0"/>
              <a:t>レジュメの自動解析・登録</a:t>
            </a:r>
          </a:p>
          <a:p>
            <a:pPr lvl="1"/>
            <a:r>
              <a:rPr lang="ja-JP" altLang="en-US" dirty="0"/>
              <a:t>スキル・経験に基づく最適求人推薦</a:t>
            </a:r>
          </a:p>
          <a:p>
            <a:pPr lvl="1"/>
            <a:r>
              <a:rPr lang="ja-JP" altLang="en-US" dirty="0"/>
              <a:t>パーソナライズされたスカウト文面作成支援</a:t>
            </a:r>
          </a:p>
          <a:p>
            <a:r>
              <a:rPr lang="ja-JP" altLang="en-US" b="1" dirty="0"/>
              <a:t>求人開拓・マッチングの高度化</a:t>
            </a:r>
            <a:endParaRPr lang="ja-JP" altLang="en-US" dirty="0"/>
          </a:p>
          <a:p>
            <a:pPr lvl="1"/>
            <a:r>
              <a:rPr lang="ja-JP" altLang="en-US" dirty="0"/>
              <a:t>市場動向分析による求人ニーズ予測</a:t>
            </a:r>
          </a:p>
          <a:p>
            <a:pPr lvl="1"/>
            <a:r>
              <a:rPr lang="ja-JP" altLang="en-US" dirty="0"/>
              <a:t>過去データに基づく採用成功確率の高い候補者・企業の特定</a:t>
            </a:r>
          </a:p>
          <a:p>
            <a:pPr lvl="1"/>
            <a:r>
              <a:rPr lang="ja-JP" altLang="en-US" dirty="0"/>
              <a:t>膨大なデータからの非自明なマッチング（隠れた潜在能力の発掘）</a:t>
            </a:r>
          </a:p>
          <a:p>
            <a:r>
              <a:rPr lang="ja-JP" altLang="en-US" b="1" dirty="0"/>
              <a:t>面談・選考プロセスの支援</a:t>
            </a:r>
            <a:endParaRPr lang="ja-JP" altLang="en-US" dirty="0"/>
          </a:p>
          <a:p>
            <a:pPr lvl="1"/>
            <a:r>
              <a:rPr lang="ja-JP" altLang="en-US" dirty="0"/>
              <a:t>面談の自動文字起こし・要約、候補者の特性分析</a:t>
            </a:r>
          </a:p>
          <a:p>
            <a:pPr lvl="1"/>
            <a:r>
              <a:rPr lang="ja-JP" altLang="en-US" dirty="0"/>
              <a:t>企業への提案資料作成支援</a:t>
            </a:r>
          </a:p>
          <a:p>
            <a:pPr lvl="1"/>
            <a:r>
              <a:rPr lang="ja-JP" altLang="en-US" dirty="0"/>
              <a:t>応募者からの問い合わせ対応（</a:t>
            </a:r>
            <a:r>
              <a:rPr lang="en-US" altLang="ja-JP" dirty="0"/>
              <a:t>FAQ</a:t>
            </a:r>
            <a:r>
              <a:rPr lang="ja-JP" altLang="en-US" dirty="0"/>
              <a:t>チャットボット）</a:t>
            </a:r>
          </a:p>
          <a:p>
            <a:r>
              <a:rPr lang="ja-JP" altLang="en-US" b="1" dirty="0"/>
              <a:t>業務生産性向上</a:t>
            </a:r>
            <a:endParaRPr lang="ja-JP" altLang="en-US" dirty="0"/>
          </a:p>
          <a:p>
            <a:pPr lvl="1"/>
            <a:r>
              <a:rPr lang="ja-JP" altLang="en-US" dirty="0"/>
              <a:t>事務作業の自動化（書類作成、データ入力）</a:t>
            </a:r>
          </a:p>
          <a:p>
            <a:pPr lvl="1"/>
            <a:r>
              <a:rPr lang="ja-JP" altLang="en-US" dirty="0"/>
              <a:t>メール作成、議事録作成支援</a:t>
            </a:r>
          </a:p>
          <a:p>
            <a:endParaRPr lang="ja-JP" altLang="en-US" dirty="0"/>
          </a:p>
        </p:txBody>
      </p:sp>
    </p:spTree>
    <p:extLst>
      <p:ext uri="{BB962C8B-B14F-4D97-AF65-F5344CB8AC3E}">
        <p14:creationId xmlns:p14="http://schemas.microsoft.com/office/powerpoint/2010/main" val="910719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8ED29-5DEF-C32A-304F-39FCF1FE2D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DF6BB26-F510-FC8C-AB9C-3F61AA9C29FB}"/>
              </a:ext>
            </a:extLst>
          </p:cNvPr>
          <p:cNvSpPr>
            <a:spLocks noGrp="1"/>
          </p:cNvSpPr>
          <p:nvPr>
            <p:ph type="title"/>
          </p:nvPr>
        </p:nvSpPr>
        <p:spPr>
          <a:xfrm>
            <a:off x="2592925" y="624110"/>
            <a:ext cx="8911687" cy="642987"/>
          </a:xfrm>
        </p:spPr>
        <p:txBody>
          <a:bodyPr/>
          <a:lstStyle/>
          <a:p>
            <a:r>
              <a:rPr kumimoji="1" lang="en-US" altLang="ja-JP" dirty="0"/>
              <a:t>4. AI</a:t>
            </a:r>
            <a:r>
              <a:rPr kumimoji="1" lang="ja-JP" altLang="en-US" dirty="0"/>
              <a:t>導入・活用の第一歩</a:t>
            </a:r>
          </a:p>
        </p:txBody>
      </p:sp>
      <p:sp>
        <p:nvSpPr>
          <p:cNvPr id="3" name="コンテンツ プレースホルダー 2">
            <a:extLst>
              <a:ext uri="{FF2B5EF4-FFF2-40B4-BE49-F238E27FC236}">
                <a16:creationId xmlns:a16="http://schemas.microsoft.com/office/drawing/2014/main" id="{CB2B070E-4C92-A82B-F1E7-AAD7C42C1A25}"/>
              </a:ext>
            </a:extLst>
          </p:cNvPr>
          <p:cNvSpPr>
            <a:spLocks noGrp="1"/>
          </p:cNvSpPr>
          <p:nvPr>
            <p:ph idx="1"/>
          </p:nvPr>
        </p:nvSpPr>
        <p:spPr>
          <a:xfrm>
            <a:off x="2589212" y="1404257"/>
            <a:ext cx="8915400" cy="4506965"/>
          </a:xfrm>
        </p:spPr>
        <p:txBody>
          <a:bodyPr/>
          <a:lstStyle/>
          <a:p>
            <a:r>
              <a:rPr lang="ja-JP" altLang="en-US" b="1" dirty="0"/>
              <a:t>小さく始めることの重要性</a:t>
            </a:r>
            <a:r>
              <a:rPr lang="ja-JP" altLang="en-US" dirty="0"/>
              <a:t>：完璧を求めず、まずは一部の業務から。</a:t>
            </a:r>
          </a:p>
          <a:p>
            <a:r>
              <a:rPr lang="ja-JP" altLang="en-US" b="1" dirty="0"/>
              <a:t>目的の明確化</a:t>
            </a:r>
            <a:r>
              <a:rPr lang="ja-JP" altLang="en-US" dirty="0"/>
              <a:t>：何のために</a:t>
            </a:r>
            <a:r>
              <a:rPr lang="en-US" altLang="ja-JP" dirty="0"/>
              <a:t>AI</a:t>
            </a:r>
            <a:r>
              <a:rPr lang="ja-JP" altLang="en-US" dirty="0"/>
              <a:t>を使うのか。</a:t>
            </a:r>
          </a:p>
          <a:p>
            <a:r>
              <a:rPr lang="ja-JP" altLang="en-US" b="1" dirty="0"/>
              <a:t>データ基盤の整備</a:t>
            </a:r>
            <a:r>
              <a:rPr lang="ja-JP" altLang="en-US" dirty="0"/>
              <a:t>：</a:t>
            </a:r>
            <a:r>
              <a:rPr lang="en-US" altLang="ja-JP" dirty="0"/>
              <a:t>AI</a:t>
            </a:r>
            <a:r>
              <a:rPr lang="ja-JP" altLang="en-US" dirty="0"/>
              <a:t>はデータがあってこそ。まずは自社データの棚卸し、整理、蓄積を意識。</a:t>
            </a:r>
          </a:p>
          <a:p>
            <a:r>
              <a:rPr lang="ja-JP" altLang="en-US" b="1" dirty="0"/>
              <a:t>ベンダーとの連携</a:t>
            </a:r>
            <a:r>
              <a:rPr lang="ja-JP" altLang="en-US" dirty="0"/>
              <a:t>：専門家の知見を活用する。</a:t>
            </a:r>
          </a:p>
          <a:p>
            <a:r>
              <a:rPr lang="ja-JP" altLang="en-US" b="1" dirty="0"/>
              <a:t>人材育成</a:t>
            </a:r>
            <a:r>
              <a:rPr lang="ja-JP" altLang="en-US" dirty="0"/>
              <a:t>：</a:t>
            </a:r>
            <a:r>
              <a:rPr lang="en-US" altLang="ja-JP" dirty="0"/>
              <a:t>AI</a:t>
            </a:r>
            <a:r>
              <a:rPr lang="ja-JP" altLang="en-US" dirty="0"/>
              <a:t>を使いこなせる人材、</a:t>
            </a:r>
            <a:r>
              <a:rPr lang="en-US" altLang="ja-JP" dirty="0"/>
              <a:t>AI</a:t>
            </a:r>
            <a:r>
              <a:rPr lang="ja-JP" altLang="en-US" dirty="0"/>
              <a:t>と共創できる人材の育成。</a:t>
            </a:r>
          </a:p>
          <a:p>
            <a:r>
              <a:rPr lang="ja-JP" altLang="en-US" b="1" dirty="0"/>
              <a:t>まとめ</a:t>
            </a:r>
            <a:r>
              <a:rPr lang="ja-JP" altLang="en-US" dirty="0"/>
              <a:t>：</a:t>
            </a:r>
            <a:r>
              <a:rPr lang="en-US" altLang="ja-JP" dirty="0"/>
              <a:t>AI</a:t>
            </a:r>
            <a:r>
              <a:rPr lang="ja-JP" altLang="en-US" dirty="0"/>
              <a:t>は脅威ではなく「強力なパートナー」である。</a:t>
            </a:r>
          </a:p>
        </p:txBody>
      </p:sp>
    </p:spTree>
    <p:extLst>
      <p:ext uri="{BB962C8B-B14F-4D97-AF65-F5344CB8AC3E}">
        <p14:creationId xmlns:p14="http://schemas.microsoft.com/office/powerpoint/2010/main" val="484452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970A7-DBD4-98A2-FE38-1DEAA21AC58A}"/>
              </a:ext>
            </a:extLst>
          </p:cNvPr>
          <p:cNvSpPr>
            <a:spLocks noGrp="1"/>
          </p:cNvSpPr>
          <p:nvPr>
            <p:ph type="title"/>
          </p:nvPr>
        </p:nvSpPr>
        <p:spPr>
          <a:xfrm>
            <a:off x="1990166" y="2058750"/>
            <a:ext cx="9514446" cy="1468800"/>
          </a:xfrm>
        </p:spPr>
        <p:txBody>
          <a:bodyPr/>
          <a:lstStyle/>
          <a:p>
            <a:r>
              <a:rPr kumimoji="1" lang="ja-JP" altLang="en-US" dirty="0"/>
              <a:t>ご質問があれば、何でもお寄せください</a:t>
            </a:r>
          </a:p>
        </p:txBody>
      </p:sp>
    </p:spTree>
    <p:extLst>
      <p:ext uri="{BB962C8B-B14F-4D97-AF65-F5344CB8AC3E}">
        <p14:creationId xmlns:p14="http://schemas.microsoft.com/office/powerpoint/2010/main" val="3634615520"/>
      </p:ext>
    </p:extLst>
  </p:cSld>
  <p:clrMapOvr>
    <a:masterClrMapping/>
  </p:clrMapOvr>
</p:sld>
</file>

<file path=ppt/theme/theme1.xml><?xml version="1.0" encoding="utf-8"?>
<a:theme xmlns:a="http://schemas.openxmlformats.org/drawingml/2006/main" name="ウィスプ">
  <a:themeElements>
    <a:clrScheme name="ウィスプ">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ウィスプ">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ウィスプ">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1900</TotalTime>
  <Words>2127</Words>
  <Application>Microsoft Office PowerPoint</Application>
  <PresentationFormat>ワイド画面</PresentationFormat>
  <Paragraphs>148</Paragraphs>
  <Slides>16</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16</vt:i4>
      </vt:variant>
    </vt:vector>
  </HeadingPairs>
  <TitlesOfParts>
    <vt:vector size="22" baseType="lpstr">
      <vt:lpstr>Google Sans</vt:lpstr>
      <vt:lpstr>游ゴシック</vt:lpstr>
      <vt:lpstr>Arial</vt:lpstr>
      <vt:lpstr>Century Gothic</vt:lpstr>
      <vt:lpstr>Wingdings 3</vt:lpstr>
      <vt:lpstr>ウィスプ</vt:lpstr>
      <vt:lpstr>中小人材紹介企業様へのAIに関するご紹介</vt:lpstr>
      <vt:lpstr>導入</vt:lpstr>
      <vt:lpstr>アジェンダ</vt:lpstr>
      <vt:lpstr>1. AIとは何か？</vt:lpstr>
      <vt:lpstr>Industry Revolution (IR)</vt:lpstr>
      <vt:lpstr>What is AI? </vt:lpstr>
      <vt:lpstr>画像認識 (Image Recognition)</vt:lpstr>
      <vt:lpstr>音声認識 (Speech Recognition)</vt:lpstr>
      <vt:lpstr>自然言語処理 (NLP)</vt:lpstr>
      <vt:lpstr>ブレイクスルーに必要な要素</vt:lpstr>
      <vt:lpstr>2. 最新AI技術の動向とビジネス応用例</vt:lpstr>
      <vt:lpstr>例-1: LLM（生成AI）による「〇〇な求人票を作成して」と入力したら、骨子と文章を生成する様子 </vt:lpstr>
      <vt:lpstr>例-2: LLM（生成AI）による履歴書要約支援</vt:lpstr>
      <vt:lpstr>3. 人材紹介業界におけるAI活用シナリオ</vt:lpstr>
      <vt:lpstr>4. AI導入・活用の第一歩</vt:lpstr>
      <vt:lpstr>ご質問があれば、何でもお寄せください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Liang, Jun/梁 俊</dc:creator>
  <cp:lastModifiedBy>Liang, Jun/梁 俊</cp:lastModifiedBy>
  <cp:revision>60</cp:revision>
  <dcterms:created xsi:type="dcterms:W3CDTF">2024-11-08T06:36:39Z</dcterms:created>
  <dcterms:modified xsi:type="dcterms:W3CDTF">2025-11-13T05:21:16Z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2024-11-08T06:36:48Z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b1be7d74-0767-49d3-afe2-b50af343b191</vt:lpwstr>
  </property>
  <property fmtid="{D5CDD505-2E9C-101B-9397-08002B2CF9AE}" pid="8" name="MSIP_Label_a7295cc1-d279-42ac-ab4d-3b0f4fece050_ContentBits">
    <vt:lpwstr>0</vt:lpwstr>
  </property>
</Properties>
</file>