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18"/>
  </p:notesMasterIdLst>
  <p:sldIdLst>
    <p:sldId id="256" r:id="rId2"/>
    <p:sldId id="491" r:id="rId3"/>
    <p:sldId id="2147473158" r:id="rId4"/>
    <p:sldId id="2147473160" r:id="rId5"/>
    <p:sldId id="488" r:id="rId6"/>
    <p:sldId id="2147473171" r:id="rId7"/>
    <p:sldId id="2147473173" r:id="rId8"/>
    <p:sldId id="2147473175" r:id="rId9"/>
    <p:sldId id="2147473174" r:id="rId10"/>
    <p:sldId id="2147473176" r:id="rId11"/>
    <p:sldId id="2147473161" r:id="rId12"/>
    <p:sldId id="2147473177" r:id="rId13"/>
    <p:sldId id="2147473178" r:id="rId14"/>
    <p:sldId id="2147473162" r:id="rId15"/>
    <p:sldId id="2147473163" r:id="rId16"/>
    <p:sldId id="21474731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46F589-692D-4F1D-BAE3-197E897DA0F1}" v="51" dt="2025-10-09T04:28:12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50" autoAdjust="0"/>
  </p:normalViewPr>
  <p:slideViewPr>
    <p:cSldViewPr snapToGrid="0">
      <p:cViewPr varScale="1">
        <p:scale>
          <a:sx n="114" d="100"/>
          <a:sy n="114" d="100"/>
        </p:scale>
        <p:origin x="773" y="8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ng, Jun/梁 俊" userId="53872e13-a468-4a20-9bc0-648e2bd0e637" providerId="ADAL" clId="{DA46F589-692D-4F1D-BAE3-197E897DA0F1}"/>
    <pc:docChg chg="undo custSel addSld delSld modSld sldOrd">
      <pc:chgData name="Liang, Jun/梁 俊" userId="53872e13-a468-4a20-9bc0-648e2bd0e637" providerId="ADAL" clId="{DA46F589-692D-4F1D-BAE3-197E897DA0F1}" dt="2025-10-09T10:17:57.911" v="1331" actId="20577"/>
      <pc:docMkLst>
        <pc:docMk/>
      </pc:docMkLst>
      <pc:sldChg chg="addSp delSp modSp mod">
        <pc:chgData name="Liang, Jun/梁 俊" userId="53872e13-a468-4a20-9bc0-648e2bd0e637" providerId="ADAL" clId="{DA46F589-692D-4F1D-BAE3-197E897DA0F1}" dt="2025-10-07T11:33:21.972" v="1238" actId="1076"/>
        <pc:sldMkLst>
          <pc:docMk/>
          <pc:sldMk cId="3156693268" sldId="256"/>
        </pc:sldMkLst>
        <pc:spChg chg="mod">
          <ac:chgData name="Liang, Jun/梁 俊" userId="53872e13-a468-4a20-9bc0-648e2bd0e637" providerId="ADAL" clId="{DA46F589-692D-4F1D-BAE3-197E897DA0F1}" dt="2025-10-07T10:51:14.585" v="432" actId="14100"/>
          <ac:spMkLst>
            <pc:docMk/>
            <pc:sldMk cId="3156693268" sldId="256"/>
            <ac:spMk id="2" creationId="{E344852C-5068-BF89-89A9-92D78C0E00BF}"/>
          </ac:spMkLst>
        </pc:spChg>
        <pc:spChg chg="add del mod">
          <ac:chgData name="Liang, Jun/梁 俊" userId="53872e13-a468-4a20-9bc0-648e2bd0e637" providerId="ADAL" clId="{DA46F589-692D-4F1D-BAE3-197E897DA0F1}" dt="2025-10-07T11:32:52.157" v="1233" actId="14100"/>
          <ac:spMkLst>
            <pc:docMk/>
            <pc:sldMk cId="3156693268" sldId="256"/>
            <ac:spMk id="3" creationId="{76A3DF47-E48A-D8A2-C510-7819793A1929}"/>
          </ac:spMkLst>
        </pc:spChg>
        <pc:spChg chg="add mod">
          <ac:chgData name="Liang, Jun/梁 俊" userId="53872e13-a468-4a20-9bc0-648e2bd0e637" providerId="ADAL" clId="{DA46F589-692D-4F1D-BAE3-197E897DA0F1}" dt="2025-10-07T11:33:21.972" v="1238" actId="1076"/>
          <ac:spMkLst>
            <pc:docMk/>
            <pc:sldMk cId="3156693268" sldId="256"/>
            <ac:spMk id="7" creationId="{6F5CC2DA-FF8A-6429-5669-9FD41568144B}"/>
          </ac:spMkLst>
        </pc:spChg>
      </pc:sldChg>
      <pc:sldChg chg="del">
        <pc:chgData name="Liang, Jun/梁 俊" userId="53872e13-a468-4a20-9bc0-648e2bd0e637" providerId="ADAL" clId="{DA46F589-692D-4F1D-BAE3-197E897DA0F1}" dt="2025-10-07T10:49:55.504" v="421" actId="47"/>
        <pc:sldMkLst>
          <pc:docMk/>
          <pc:sldMk cId="237995527" sldId="257"/>
        </pc:sldMkLst>
      </pc:sldChg>
      <pc:sldChg chg="del">
        <pc:chgData name="Liang, Jun/梁 俊" userId="53872e13-a468-4a20-9bc0-648e2bd0e637" providerId="ADAL" clId="{DA46F589-692D-4F1D-BAE3-197E897DA0F1}" dt="2025-10-07T10:49:56.051" v="422" actId="47"/>
        <pc:sldMkLst>
          <pc:docMk/>
          <pc:sldMk cId="3520147346" sldId="259"/>
        </pc:sldMkLst>
      </pc:sldChg>
      <pc:sldChg chg="del">
        <pc:chgData name="Liang, Jun/梁 俊" userId="53872e13-a468-4a20-9bc0-648e2bd0e637" providerId="ADAL" clId="{DA46F589-692D-4F1D-BAE3-197E897DA0F1}" dt="2025-10-07T10:49:56.820" v="423" actId="47"/>
        <pc:sldMkLst>
          <pc:docMk/>
          <pc:sldMk cId="4036844314" sldId="260"/>
        </pc:sldMkLst>
      </pc:sldChg>
      <pc:sldChg chg="del">
        <pc:chgData name="Liang, Jun/梁 俊" userId="53872e13-a468-4a20-9bc0-648e2bd0e637" providerId="ADAL" clId="{DA46F589-692D-4F1D-BAE3-197E897DA0F1}" dt="2025-10-07T10:49:55.010" v="420" actId="47"/>
        <pc:sldMkLst>
          <pc:docMk/>
          <pc:sldMk cId="3293125066" sldId="261"/>
        </pc:sldMkLst>
      </pc:sldChg>
      <pc:sldChg chg="del">
        <pc:chgData name="Liang, Jun/梁 俊" userId="53872e13-a468-4a20-9bc0-648e2bd0e637" providerId="ADAL" clId="{DA46F589-692D-4F1D-BAE3-197E897DA0F1}" dt="2025-10-07T10:27:26.158" v="58" actId="47"/>
        <pc:sldMkLst>
          <pc:docMk/>
          <pc:sldMk cId="2708986058" sldId="262"/>
        </pc:sldMkLst>
      </pc:sldChg>
      <pc:sldChg chg="del">
        <pc:chgData name="Liang, Jun/梁 俊" userId="53872e13-a468-4a20-9bc0-648e2bd0e637" providerId="ADAL" clId="{DA46F589-692D-4F1D-BAE3-197E897DA0F1}" dt="2025-10-07T10:49:59.477" v="424" actId="47"/>
        <pc:sldMkLst>
          <pc:docMk/>
          <pc:sldMk cId="2767354359" sldId="264"/>
        </pc:sldMkLst>
      </pc:sldChg>
      <pc:sldChg chg="del">
        <pc:chgData name="Liang, Jun/梁 俊" userId="53872e13-a468-4a20-9bc0-648e2bd0e637" providerId="ADAL" clId="{DA46F589-692D-4F1D-BAE3-197E897DA0F1}" dt="2025-10-07T10:49:54.400" v="419" actId="47"/>
        <pc:sldMkLst>
          <pc:docMk/>
          <pc:sldMk cId="1030457105" sldId="270"/>
        </pc:sldMkLst>
      </pc:sldChg>
      <pc:sldChg chg="del">
        <pc:chgData name="Liang, Jun/梁 俊" userId="53872e13-a468-4a20-9bc0-648e2bd0e637" providerId="ADAL" clId="{DA46F589-692D-4F1D-BAE3-197E897DA0F1}" dt="2025-10-07T10:49:27.663" v="391" actId="47"/>
        <pc:sldMkLst>
          <pc:docMk/>
          <pc:sldMk cId="1675815054" sldId="271"/>
        </pc:sldMkLst>
      </pc:sldChg>
      <pc:sldChg chg="del">
        <pc:chgData name="Liang, Jun/梁 俊" userId="53872e13-a468-4a20-9bc0-648e2bd0e637" providerId="ADAL" clId="{DA46F589-692D-4F1D-BAE3-197E897DA0F1}" dt="2025-10-07T10:49:49.708" v="416" actId="47"/>
        <pc:sldMkLst>
          <pc:docMk/>
          <pc:sldMk cId="3703972564" sldId="280"/>
        </pc:sldMkLst>
      </pc:sldChg>
      <pc:sldChg chg="del">
        <pc:chgData name="Liang, Jun/梁 俊" userId="53872e13-a468-4a20-9bc0-648e2bd0e637" providerId="ADAL" clId="{DA46F589-692D-4F1D-BAE3-197E897DA0F1}" dt="2025-10-07T10:49:46.677" v="410" actId="47"/>
        <pc:sldMkLst>
          <pc:docMk/>
          <pc:sldMk cId="3828524052" sldId="281"/>
        </pc:sldMkLst>
      </pc:sldChg>
      <pc:sldChg chg="modSp del mod">
        <pc:chgData name="Liang, Jun/梁 俊" userId="53872e13-a468-4a20-9bc0-648e2bd0e637" providerId="ADAL" clId="{DA46F589-692D-4F1D-BAE3-197E897DA0F1}" dt="2025-10-09T10:16:30.682" v="1305" actId="47"/>
        <pc:sldMkLst>
          <pc:docMk/>
          <pc:sldMk cId="0" sldId="487"/>
        </pc:sldMkLst>
      </pc:sldChg>
      <pc:sldChg chg="addSp modSp mod ord">
        <pc:chgData name="Liang, Jun/梁 俊" userId="53872e13-a468-4a20-9bc0-648e2bd0e637" providerId="ADAL" clId="{DA46F589-692D-4F1D-BAE3-197E897DA0F1}" dt="2025-10-09T08:32:42.176" v="1296" actId="20577"/>
        <pc:sldMkLst>
          <pc:docMk/>
          <pc:sldMk cId="4215499049" sldId="488"/>
        </pc:sldMkLst>
        <pc:spChg chg="add mod">
          <ac:chgData name="Liang, Jun/梁 俊" userId="53872e13-a468-4a20-9bc0-648e2bd0e637" providerId="ADAL" clId="{DA46F589-692D-4F1D-BAE3-197E897DA0F1}" dt="2025-10-07T10:50:27.026" v="427"/>
          <ac:spMkLst>
            <pc:docMk/>
            <pc:sldMk cId="4215499049" sldId="488"/>
            <ac:spMk id="3" creationId="{20C32749-A6E3-AD37-FBB5-BA82E570B39B}"/>
          </ac:spMkLst>
        </pc:spChg>
        <pc:spChg chg="mod">
          <ac:chgData name="Liang, Jun/梁 俊" userId="53872e13-a468-4a20-9bc0-648e2bd0e637" providerId="ADAL" clId="{DA46F589-692D-4F1D-BAE3-197E897DA0F1}" dt="2025-10-09T08:32:42.176" v="1296" actId="20577"/>
          <ac:spMkLst>
            <pc:docMk/>
            <pc:sldMk cId="4215499049" sldId="488"/>
            <ac:spMk id="11" creationId="{D2AD34A0-620F-3F4C-4D1C-835EFC5677D5}"/>
          </ac:spMkLst>
        </pc:spChg>
      </pc:sldChg>
      <pc:sldChg chg="modSp mod">
        <pc:chgData name="Liang, Jun/梁 俊" userId="53872e13-a468-4a20-9bc0-648e2bd0e637" providerId="ADAL" clId="{DA46F589-692D-4F1D-BAE3-197E897DA0F1}" dt="2025-10-07T10:26:13.457" v="52"/>
        <pc:sldMkLst>
          <pc:docMk/>
          <pc:sldMk cId="532660423" sldId="491"/>
        </pc:sldMkLst>
        <pc:spChg chg="mod">
          <ac:chgData name="Liang, Jun/梁 俊" userId="53872e13-a468-4a20-9bc0-648e2bd0e637" providerId="ADAL" clId="{DA46F589-692D-4F1D-BAE3-197E897DA0F1}" dt="2025-10-07T10:26:02.751" v="51" actId="20577"/>
          <ac:spMkLst>
            <pc:docMk/>
            <pc:sldMk cId="532660423" sldId="491"/>
            <ac:spMk id="2" creationId="{0E1A4E70-CD02-EFEE-D0FE-ADE84B718CA3}"/>
          </ac:spMkLst>
        </pc:spChg>
        <pc:spChg chg="mod">
          <ac:chgData name="Liang, Jun/梁 俊" userId="53872e13-a468-4a20-9bc0-648e2bd0e637" providerId="ADAL" clId="{DA46F589-692D-4F1D-BAE3-197E897DA0F1}" dt="2025-10-07T10:26:13.457" v="52"/>
          <ac:spMkLst>
            <pc:docMk/>
            <pc:sldMk cId="532660423" sldId="491"/>
            <ac:spMk id="3" creationId="{5D97146B-1203-B61E-9472-5758DA67FD4A}"/>
          </ac:spMkLst>
        </pc:spChg>
      </pc:sldChg>
      <pc:sldChg chg="del">
        <pc:chgData name="Liang, Jun/梁 俊" userId="53872e13-a468-4a20-9bc0-648e2bd0e637" providerId="ADAL" clId="{DA46F589-692D-4F1D-BAE3-197E897DA0F1}" dt="2025-10-07T10:49:29.419" v="392" actId="47"/>
        <pc:sldMkLst>
          <pc:docMk/>
          <pc:sldMk cId="3842738742" sldId="492"/>
        </pc:sldMkLst>
      </pc:sldChg>
      <pc:sldChg chg="del">
        <pc:chgData name="Liang, Jun/梁 俊" userId="53872e13-a468-4a20-9bc0-648e2bd0e637" providerId="ADAL" clId="{DA46F589-692D-4F1D-BAE3-197E897DA0F1}" dt="2025-10-07T10:49:29.883" v="393" actId="47"/>
        <pc:sldMkLst>
          <pc:docMk/>
          <pc:sldMk cId="4203511666" sldId="493"/>
        </pc:sldMkLst>
      </pc:sldChg>
      <pc:sldChg chg="del">
        <pc:chgData name="Liang, Jun/梁 俊" userId="53872e13-a468-4a20-9bc0-648e2bd0e637" providerId="ADAL" clId="{DA46F589-692D-4F1D-BAE3-197E897DA0F1}" dt="2025-10-07T10:49:30.829" v="394" actId="47"/>
        <pc:sldMkLst>
          <pc:docMk/>
          <pc:sldMk cId="1412716372" sldId="494"/>
        </pc:sldMkLst>
      </pc:sldChg>
      <pc:sldChg chg="del">
        <pc:chgData name="Liang, Jun/梁 俊" userId="53872e13-a468-4a20-9bc0-648e2bd0e637" providerId="ADAL" clId="{DA46F589-692D-4F1D-BAE3-197E897DA0F1}" dt="2025-10-07T10:49:31.998" v="396" actId="47"/>
        <pc:sldMkLst>
          <pc:docMk/>
          <pc:sldMk cId="1621136055" sldId="495"/>
        </pc:sldMkLst>
      </pc:sldChg>
      <pc:sldChg chg="del">
        <pc:chgData name="Liang, Jun/梁 俊" userId="53872e13-a468-4a20-9bc0-648e2bd0e637" providerId="ADAL" clId="{DA46F589-692D-4F1D-BAE3-197E897DA0F1}" dt="2025-10-07T10:49:31.277" v="395" actId="47"/>
        <pc:sldMkLst>
          <pc:docMk/>
          <pc:sldMk cId="2272676056" sldId="496"/>
        </pc:sldMkLst>
      </pc:sldChg>
      <pc:sldChg chg="del">
        <pc:chgData name="Liang, Jun/梁 俊" userId="53872e13-a468-4a20-9bc0-648e2bd0e637" providerId="ADAL" clId="{DA46F589-692D-4F1D-BAE3-197E897DA0F1}" dt="2025-10-07T10:49:33.234" v="397" actId="47"/>
        <pc:sldMkLst>
          <pc:docMk/>
          <pc:sldMk cId="2003425408" sldId="497"/>
        </pc:sldMkLst>
      </pc:sldChg>
      <pc:sldChg chg="del">
        <pc:chgData name="Liang, Jun/梁 俊" userId="53872e13-a468-4a20-9bc0-648e2bd0e637" providerId="ADAL" clId="{DA46F589-692D-4F1D-BAE3-197E897DA0F1}" dt="2025-10-07T10:49:33.842" v="398" actId="47"/>
        <pc:sldMkLst>
          <pc:docMk/>
          <pc:sldMk cId="227178984" sldId="498"/>
        </pc:sldMkLst>
      </pc:sldChg>
      <pc:sldChg chg="del">
        <pc:chgData name="Liang, Jun/梁 俊" userId="53872e13-a468-4a20-9bc0-648e2bd0e637" providerId="ADAL" clId="{DA46F589-692D-4F1D-BAE3-197E897DA0F1}" dt="2025-10-07T10:49:35.044" v="399" actId="47"/>
        <pc:sldMkLst>
          <pc:docMk/>
          <pc:sldMk cId="3526027575" sldId="499"/>
        </pc:sldMkLst>
      </pc:sldChg>
      <pc:sldChg chg="del">
        <pc:chgData name="Liang, Jun/梁 俊" userId="53872e13-a468-4a20-9bc0-648e2bd0e637" providerId="ADAL" clId="{DA46F589-692D-4F1D-BAE3-197E897DA0F1}" dt="2025-10-07T10:49:46.137" v="409" actId="47"/>
        <pc:sldMkLst>
          <pc:docMk/>
          <pc:sldMk cId="975441694" sldId="500"/>
        </pc:sldMkLst>
      </pc:sldChg>
      <pc:sldChg chg="del">
        <pc:chgData name="Liang, Jun/梁 俊" userId="53872e13-a468-4a20-9bc0-648e2bd0e637" providerId="ADAL" clId="{DA46F589-692D-4F1D-BAE3-197E897DA0F1}" dt="2025-10-07T10:49:39.600" v="402" actId="47"/>
        <pc:sldMkLst>
          <pc:docMk/>
          <pc:sldMk cId="1409594501" sldId="2147473021"/>
        </pc:sldMkLst>
      </pc:sldChg>
      <pc:sldChg chg="del">
        <pc:chgData name="Liang, Jun/梁 俊" userId="53872e13-a468-4a20-9bc0-648e2bd0e637" providerId="ADAL" clId="{DA46F589-692D-4F1D-BAE3-197E897DA0F1}" dt="2025-10-07T10:49:43.474" v="405" actId="47"/>
        <pc:sldMkLst>
          <pc:docMk/>
          <pc:sldMk cId="1914353597" sldId="2147473029"/>
        </pc:sldMkLst>
      </pc:sldChg>
      <pc:sldChg chg="del">
        <pc:chgData name="Liang, Jun/梁 俊" userId="53872e13-a468-4a20-9bc0-648e2bd0e637" providerId="ADAL" clId="{DA46F589-692D-4F1D-BAE3-197E897DA0F1}" dt="2025-10-07T10:49:44.365" v="406" actId="47"/>
        <pc:sldMkLst>
          <pc:docMk/>
          <pc:sldMk cId="2836905399" sldId="2147473036"/>
        </pc:sldMkLst>
      </pc:sldChg>
      <pc:sldChg chg="del">
        <pc:chgData name="Liang, Jun/梁 俊" userId="53872e13-a468-4a20-9bc0-648e2bd0e637" providerId="ADAL" clId="{DA46F589-692D-4F1D-BAE3-197E897DA0F1}" dt="2025-10-07T10:49:45.005" v="407" actId="47"/>
        <pc:sldMkLst>
          <pc:docMk/>
          <pc:sldMk cId="1485945197" sldId="2147473060"/>
        </pc:sldMkLst>
      </pc:sldChg>
      <pc:sldChg chg="del">
        <pc:chgData name="Liang, Jun/梁 俊" userId="53872e13-a468-4a20-9bc0-648e2bd0e637" providerId="ADAL" clId="{DA46F589-692D-4F1D-BAE3-197E897DA0F1}" dt="2025-10-07T10:49:40.064" v="403" actId="47"/>
        <pc:sldMkLst>
          <pc:docMk/>
          <pc:sldMk cId="2808248770" sldId="2147473094"/>
        </pc:sldMkLst>
      </pc:sldChg>
      <pc:sldChg chg="del">
        <pc:chgData name="Liang, Jun/梁 俊" userId="53872e13-a468-4a20-9bc0-648e2bd0e637" providerId="ADAL" clId="{DA46F589-692D-4F1D-BAE3-197E897DA0F1}" dt="2025-10-07T10:49:36.186" v="400" actId="47"/>
        <pc:sldMkLst>
          <pc:docMk/>
          <pc:sldMk cId="1450222597" sldId="2147473122"/>
        </pc:sldMkLst>
      </pc:sldChg>
      <pc:sldChg chg="del">
        <pc:chgData name="Liang, Jun/梁 俊" userId="53872e13-a468-4a20-9bc0-648e2bd0e637" providerId="ADAL" clId="{DA46F589-692D-4F1D-BAE3-197E897DA0F1}" dt="2025-10-07T10:49:40.696" v="404" actId="47"/>
        <pc:sldMkLst>
          <pc:docMk/>
          <pc:sldMk cId="3538857294" sldId="2147473146"/>
        </pc:sldMkLst>
      </pc:sldChg>
      <pc:sldChg chg="del">
        <pc:chgData name="Liang, Jun/梁 俊" userId="53872e13-a468-4a20-9bc0-648e2bd0e637" providerId="ADAL" clId="{DA46F589-692D-4F1D-BAE3-197E897DA0F1}" dt="2025-10-07T10:49:36.747" v="401" actId="47"/>
        <pc:sldMkLst>
          <pc:docMk/>
          <pc:sldMk cId="122242253" sldId="2147473147"/>
        </pc:sldMkLst>
      </pc:sldChg>
      <pc:sldChg chg="del">
        <pc:chgData name="Liang, Jun/梁 俊" userId="53872e13-a468-4a20-9bc0-648e2bd0e637" providerId="ADAL" clId="{DA46F589-692D-4F1D-BAE3-197E897DA0F1}" dt="2025-10-07T10:49:49.264" v="415" actId="47"/>
        <pc:sldMkLst>
          <pc:docMk/>
          <pc:sldMk cId="226369613" sldId="2147473148"/>
        </pc:sldMkLst>
      </pc:sldChg>
      <pc:sldChg chg="del">
        <pc:chgData name="Liang, Jun/梁 俊" userId="53872e13-a468-4a20-9bc0-648e2bd0e637" providerId="ADAL" clId="{DA46F589-692D-4F1D-BAE3-197E897DA0F1}" dt="2025-10-07T10:49:47.791" v="412" actId="47"/>
        <pc:sldMkLst>
          <pc:docMk/>
          <pc:sldMk cId="445353862" sldId="2147473149"/>
        </pc:sldMkLst>
      </pc:sldChg>
      <pc:sldChg chg="del">
        <pc:chgData name="Liang, Jun/梁 俊" userId="53872e13-a468-4a20-9bc0-648e2bd0e637" providerId="ADAL" clId="{DA46F589-692D-4F1D-BAE3-197E897DA0F1}" dt="2025-10-07T10:49:47.191" v="411" actId="47"/>
        <pc:sldMkLst>
          <pc:docMk/>
          <pc:sldMk cId="3830500760" sldId="2147473150"/>
        </pc:sldMkLst>
      </pc:sldChg>
      <pc:sldChg chg="del">
        <pc:chgData name="Liang, Jun/梁 俊" userId="53872e13-a468-4a20-9bc0-648e2bd0e637" providerId="ADAL" clId="{DA46F589-692D-4F1D-BAE3-197E897DA0F1}" dt="2025-10-07T10:49:48.302" v="413" actId="47"/>
        <pc:sldMkLst>
          <pc:docMk/>
          <pc:sldMk cId="730587371" sldId="2147473151"/>
        </pc:sldMkLst>
      </pc:sldChg>
      <pc:sldChg chg="del">
        <pc:chgData name="Liang, Jun/梁 俊" userId="53872e13-a468-4a20-9bc0-648e2bd0e637" providerId="ADAL" clId="{DA46F589-692D-4F1D-BAE3-197E897DA0F1}" dt="2025-10-07T10:49:48.814" v="414" actId="47"/>
        <pc:sldMkLst>
          <pc:docMk/>
          <pc:sldMk cId="896148787" sldId="2147473152"/>
        </pc:sldMkLst>
      </pc:sldChg>
      <pc:sldChg chg="del">
        <pc:chgData name="Liang, Jun/梁 俊" userId="53872e13-a468-4a20-9bc0-648e2bd0e637" providerId="ADAL" clId="{DA46F589-692D-4F1D-BAE3-197E897DA0F1}" dt="2025-10-07T10:49:50.188" v="417" actId="47"/>
        <pc:sldMkLst>
          <pc:docMk/>
          <pc:sldMk cId="884566624" sldId="2147473153"/>
        </pc:sldMkLst>
      </pc:sldChg>
      <pc:sldChg chg="del">
        <pc:chgData name="Liang, Jun/梁 俊" userId="53872e13-a468-4a20-9bc0-648e2bd0e637" providerId="ADAL" clId="{DA46F589-692D-4F1D-BAE3-197E897DA0F1}" dt="2025-10-07T10:49:45.385" v="408" actId="47"/>
        <pc:sldMkLst>
          <pc:docMk/>
          <pc:sldMk cId="2543661377" sldId="2147473154"/>
        </pc:sldMkLst>
      </pc:sldChg>
      <pc:sldChg chg="del">
        <pc:chgData name="Liang, Jun/梁 俊" userId="53872e13-a468-4a20-9bc0-648e2bd0e637" providerId="ADAL" clId="{DA46F589-692D-4F1D-BAE3-197E897DA0F1}" dt="2025-10-07T10:49:50.590" v="418" actId="47"/>
        <pc:sldMkLst>
          <pc:docMk/>
          <pc:sldMk cId="2903978479" sldId="2147473155"/>
        </pc:sldMkLst>
      </pc:sldChg>
      <pc:sldChg chg="modSp new del mod">
        <pc:chgData name="Liang, Jun/梁 俊" userId="53872e13-a468-4a20-9bc0-648e2bd0e637" providerId="ADAL" clId="{DA46F589-692D-4F1D-BAE3-197E897DA0F1}" dt="2025-10-07T10:28:24.394" v="64" actId="47"/>
        <pc:sldMkLst>
          <pc:docMk/>
          <pc:sldMk cId="2890977917" sldId="2147473156"/>
        </pc:sldMkLst>
      </pc:sldChg>
      <pc:sldChg chg="modSp new del mod ord">
        <pc:chgData name="Liang, Jun/梁 俊" userId="53872e13-a468-4a20-9bc0-648e2bd0e637" providerId="ADAL" clId="{DA46F589-692D-4F1D-BAE3-197E897DA0F1}" dt="2025-10-07T10:28:44.017" v="70" actId="47"/>
        <pc:sldMkLst>
          <pc:docMk/>
          <pc:sldMk cId="192875057" sldId="2147473157"/>
        </pc:sldMkLst>
      </pc:sldChg>
      <pc:sldChg chg="modSp add mod">
        <pc:chgData name="Liang, Jun/梁 俊" userId="53872e13-a468-4a20-9bc0-648e2bd0e637" providerId="ADAL" clId="{DA46F589-692D-4F1D-BAE3-197E897DA0F1}" dt="2025-10-09T08:25:47.618" v="1294" actId="20577"/>
        <pc:sldMkLst>
          <pc:docMk/>
          <pc:sldMk cId="3193424582" sldId="2147473158"/>
        </pc:sldMkLst>
        <pc:spChg chg="mod">
          <ac:chgData name="Liang, Jun/梁 俊" userId="53872e13-a468-4a20-9bc0-648e2bd0e637" providerId="ADAL" clId="{DA46F589-692D-4F1D-BAE3-197E897DA0F1}" dt="2025-10-07T10:28:16.300" v="62"/>
          <ac:spMkLst>
            <pc:docMk/>
            <pc:sldMk cId="3193424582" sldId="2147473158"/>
            <ac:spMk id="2" creationId="{6D0A1985-968C-6D7E-BFFB-A01B8EDDEBED}"/>
          </ac:spMkLst>
        </pc:spChg>
        <pc:spChg chg="mod">
          <ac:chgData name="Liang, Jun/梁 俊" userId="53872e13-a468-4a20-9bc0-648e2bd0e637" providerId="ADAL" clId="{DA46F589-692D-4F1D-BAE3-197E897DA0F1}" dt="2025-10-09T08:25:47.618" v="1294" actId="20577"/>
          <ac:spMkLst>
            <pc:docMk/>
            <pc:sldMk cId="3193424582" sldId="2147473158"/>
            <ac:spMk id="3" creationId="{9E5DE5AC-B837-68B3-1D23-294F471106E1}"/>
          </ac:spMkLst>
        </pc:spChg>
      </pc:sldChg>
      <pc:sldChg chg="add del ord">
        <pc:chgData name="Liang, Jun/梁 俊" userId="53872e13-a468-4a20-9bc0-648e2bd0e637" providerId="ADAL" clId="{DA46F589-692D-4F1D-BAE3-197E897DA0F1}" dt="2025-10-07T10:29:02.652" v="74" actId="47"/>
        <pc:sldMkLst>
          <pc:docMk/>
          <pc:sldMk cId="2292091207" sldId="2147473159"/>
        </pc:sldMkLst>
      </pc:sldChg>
      <pc:sldChg chg="modSp add mod modNotesTx">
        <pc:chgData name="Liang, Jun/梁 俊" userId="53872e13-a468-4a20-9bc0-648e2bd0e637" providerId="ADAL" clId="{DA46F589-692D-4F1D-BAE3-197E897DA0F1}" dt="2025-10-07T10:59:46.242" v="597" actId="207"/>
        <pc:sldMkLst>
          <pc:docMk/>
          <pc:sldMk cId="3367896858" sldId="2147473160"/>
        </pc:sldMkLst>
        <pc:spChg chg="mod">
          <ac:chgData name="Liang, Jun/梁 俊" userId="53872e13-a468-4a20-9bc0-648e2bd0e637" providerId="ADAL" clId="{DA46F589-692D-4F1D-BAE3-197E897DA0F1}" dt="2025-10-07T10:35:51.301" v="173" actId="20577"/>
          <ac:spMkLst>
            <pc:docMk/>
            <pc:sldMk cId="3367896858" sldId="2147473160"/>
            <ac:spMk id="2" creationId="{32DCC740-8902-AB34-38E2-9C57A05AEBFA}"/>
          </ac:spMkLst>
        </pc:spChg>
        <pc:spChg chg="mod">
          <ac:chgData name="Liang, Jun/梁 俊" userId="53872e13-a468-4a20-9bc0-648e2bd0e637" providerId="ADAL" clId="{DA46F589-692D-4F1D-BAE3-197E897DA0F1}" dt="2025-10-07T10:59:46.242" v="597" actId="207"/>
          <ac:spMkLst>
            <pc:docMk/>
            <pc:sldMk cId="3367896858" sldId="2147473160"/>
            <ac:spMk id="3" creationId="{80743EE7-F1FA-D7DF-0238-049137F1D828}"/>
          </ac:spMkLst>
        </pc:spChg>
      </pc:sldChg>
      <pc:sldChg chg="add del">
        <pc:chgData name="Liang, Jun/梁 俊" userId="53872e13-a468-4a20-9bc0-648e2bd0e637" providerId="ADAL" clId="{DA46F589-692D-4F1D-BAE3-197E897DA0F1}" dt="2025-10-07T10:28:54.477" v="73" actId="47"/>
        <pc:sldMkLst>
          <pc:docMk/>
          <pc:sldMk cId="739476359" sldId="2147473161"/>
        </pc:sldMkLst>
      </pc:sldChg>
      <pc:sldChg chg="modSp add mod">
        <pc:chgData name="Liang, Jun/梁 俊" userId="53872e13-a468-4a20-9bc0-648e2bd0e637" providerId="ADAL" clId="{DA46F589-692D-4F1D-BAE3-197E897DA0F1}" dt="2025-10-09T10:17:57.911" v="1331" actId="20577"/>
        <pc:sldMkLst>
          <pc:docMk/>
          <pc:sldMk cId="3440884836" sldId="2147473161"/>
        </pc:sldMkLst>
        <pc:spChg chg="mod">
          <ac:chgData name="Liang, Jun/梁 俊" userId="53872e13-a468-4a20-9bc0-648e2bd0e637" providerId="ADAL" clId="{DA46F589-692D-4F1D-BAE3-197E897DA0F1}" dt="2025-10-07T10:40:54.580" v="301" actId="1076"/>
          <ac:spMkLst>
            <pc:docMk/>
            <pc:sldMk cId="3440884836" sldId="2147473161"/>
            <ac:spMk id="2" creationId="{5CC5AA14-E6E0-BEC0-D1CB-5BB15907168C}"/>
          </ac:spMkLst>
        </pc:spChg>
        <pc:spChg chg="mod">
          <ac:chgData name="Liang, Jun/梁 俊" userId="53872e13-a468-4a20-9bc0-648e2bd0e637" providerId="ADAL" clId="{DA46F589-692D-4F1D-BAE3-197E897DA0F1}" dt="2025-10-09T10:17:57.911" v="1331" actId="20577"/>
          <ac:spMkLst>
            <pc:docMk/>
            <pc:sldMk cId="3440884836" sldId="2147473161"/>
            <ac:spMk id="3" creationId="{ECF9DA78-1734-BC2F-4E9D-227CE3ADAD94}"/>
          </ac:spMkLst>
        </pc:spChg>
      </pc:sldChg>
      <pc:sldChg chg="modSp add mod modNotesTx">
        <pc:chgData name="Liang, Jun/梁 俊" userId="53872e13-a468-4a20-9bc0-648e2bd0e637" providerId="ADAL" clId="{DA46F589-692D-4F1D-BAE3-197E897DA0F1}" dt="2025-10-07T10:46:00.304" v="362" actId="27636"/>
        <pc:sldMkLst>
          <pc:docMk/>
          <pc:sldMk cId="910719195" sldId="2147473162"/>
        </pc:sldMkLst>
        <pc:spChg chg="mod">
          <ac:chgData name="Liang, Jun/梁 俊" userId="53872e13-a468-4a20-9bc0-648e2bd0e637" providerId="ADAL" clId="{DA46F589-692D-4F1D-BAE3-197E897DA0F1}" dt="2025-10-07T10:45:25.094" v="357"/>
          <ac:spMkLst>
            <pc:docMk/>
            <pc:sldMk cId="910719195" sldId="2147473162"/>
            <ac:spMk id="2" creationId="{BE9EE3DD-2BA5-6B1F-6506-14A2CC111123}"/>
          </ac:spMkLst>
        </pc:spChg>
        <pc:spChg chg="mod">
          <ac:chgData name="Liang, Jun/梁 俊" userId="53872e13-a468-4a20-9bc0-648e2bd0e637" providerId="ADAL" clId="{DA46F589-692D-4F1D-BAE3-197E897DA0F1}" dt="2025-10-07T10:46:00.304" v="362" actId="27636"/>
          <ac:spMkLst>
            <pc:docMk/>
            <pc:sldMk cId="910719195" sldId="2147473162"/>
            <ac:spMk id="3" creationId="{E1304072-41FD-B698-6C33-2313F10D9C1F}"/>
          </ac:spMkLst>
        </pc:spChg>
      </pc:sldChg>
      <pc:sldChg chg="modSp add mod">
        <pc:chgData name="Liang, Jun/梁 俊" userId="53872e13-a468-4a20-9bc0-648e2bd0e637" providerId="ADAL" clId="{DA46F589-692D-4F1D-BAE3-197E897DA0F1}" dt="2025-10-07T10:48:19.853" v="376" actId="113"/>
        <pc:sldMkLst>
          <pc:docMk/>
          <pc:sldMk cId="484452778" sldId="2147473163"/>
        </pc:sldMkLst>
        <pc:spChg chg="mod">
          <ac:chgData name="Liang, Jun/梁 俊" userId="53872e13-a468-4a20-9bc0-648e2bd0e637" providerId="ADAL" clId="{DA46F589-692D-4F1D-BAE3-197E897DA0F1}" dt="2025-10-07T10:46:59.457" v="363"/>
          <ac:spMkLst>
            <pc:docMk/>
            <pc:sldMk cId="484452778" sldId="2147473163"/>
            <ac:spMk id="2" creationId="{7DF6BB26-F510-FC8C-AB9C-3F61AA9C29FB}"/>
          </ac:spMkLst>
        </pc:spChg>
        <pc:spChg chg="mod">
          <ac:chgData name="Liang, Jun/梁 俊" userId="53872e13-a468-4a20-9bc0-648e2bd0e637" providerId="ADAL" clId="{DA46F589-692D-4F1D-BAE3-197E897DA0F1}" dt="2025-10-07T10:48:19.853" v="376" actId="113"/>
          <ac:spMkLst>
            <pc:docMk/>
            <pc:sldMk cId="484452778" sldId="2147473163"/>
            <ac:spMk id="3" creationId="{CB2B070E-4C92-A82B-F1E7-AAD7C42C1A25}"/>
          </ac:spMkLst>
        </pc:spChg>
      </pc:sldChg>
      <pc:sldChg chg="add del">
        <pc:chgData name="Liang, Jun/梁 俊" userId="53872e13-a468-4a20-9bc0-648e2bd0e637" providerId="ADAL" clId="{DA46F589-692D-4F1D-BAE3-197E897DA0F1}" dt="2025-10-07T10:49:12.330" v="390" actId="47"/>
        <pc:sldMkLst>
          <pc:docMk/>
          <pc:sldMk cId="1313383782" sldId="2147473164"/>
        </pc:sldMkLst>
      </pc:sldChg>
      <pc:sldChg chg="add del">
        <pc:chgData name="Liang, Jun/梁 俊" userId="53872e13-a468-4a20-9bc0-648e2bd0e637" providerId="ADAL" clId="{DA46F589-692D-4F1D-BAE3-197E897DA0F1}" dt="2025-10-07T10:48:46.529" v="380" actId="47"/>
        <pc:sldMkLst>
          <pc:docMk/>
          <pc:sldMk cId="1526582492" sldId="2147473165"/>
        </pc:sldMkLst>
      </pc:sldChg>
      <pc:sldChg chg="add del">
        <pc:chgData name="Liang, Jun/梁 俊" userId="53872e13-a468-4a20-9bc0-648e2bd0e637" providerId="ADAL" clId="{DA46F589-692D-4F1D-BAE3-197E897DA0F1}" dt="2025-10-07T10:48:46.792" v="381" actId="47"/>
        <pc:sldMkLst>
          <pc:docMk/>
          <pc:sldMk cId="3030849975" sldId="2147473166"/>
        </pc:sldMkLst>
      </pc:sldChg>
      <pc:sldChg chg="add del">
        <pc:chgData name="Liang, Jun/梁 俊" userId="53872e13-a468-4a20-9bc0-648e2bd0e637" providerId="ADAL" clId="{DA46F589-692D-4F1D-BAE3-197E897DA0F1}" dt="2025-10-07T10:48:47.408" v="382" actId="47"/>
        <pc:sldMkLst>
          <pc:docMk/>
          <pc:sldMk cId="1890571805" sldId="2147473167"/>
        </pc:sldMkLst>
      </pc:sldChg>
      <pc:sldChg chg="add del">
        <pc:chgData name="Liang, Jun/梁 俊" userId="53872e13-a468-4a20-9bc0-648e2bd0e637" providerId="ADAL" clId="{DA46F589-692D-4F1D-BAE3-197E897DA0F1}" dt="2025-10-07T10:48:48.368" v="383" actId="47"/>
        <pc:sldMkLst>
          <pc:docMk/>
          <pc:sldMk cId="3085779717" sldId="2147473168"/>
        </pc:sldMkLst>
      </pc:sldChg>
      <pc:sldChg chg="add del">
        <pc:chgData name="Liang, Jun/梁 俊" userId="53872e13-a468-4a20-9bc0-648e2bd0e637" providerId="ADAL" clId="{DA46F589-692D-4F1D-BAE3-197E897DA0F1}" dt="2025-10-07T10:48:48.929" v="384" actId="47"/>
        <pc:sldMkLst>
          <pc:docMk/>
          <pc:sldMk cId="3735768568" sldId="2147473169"/>
        </pc:sldMkLst>
      </pc:sldChg>
      <pc:sldChg chg="add del">
        <pc:chgData name="Liang, Jun/梁 俊" userId="53872e13-a468-4a20-9bc0-648e2bd0e637" providerId="ADAL" clId="{DA46F589-692D-4F1D-BAE3-197E897DA0F1}" dt="2025-10-07T10:48:49.947" v="385" actId="47"/>
        <pc:sldMkLst>
          <pc:docMk/>
          <pc:sldMk cId="1367879804" sldId="2147473170"/>
        </pc:sldMkLst>
      </pc:sldChg>
      <pc:sldChg chg="addSp modSp add mod">
        <pc:chgData name="Liang, Jun/梁 俊" userId="53872e13-a468-4a20-9bc0-648e2bd0e637" providerId="ADAL" clId="{DA46F589-692D-4F1D-BAE3-197E897DA0F1}" dt="2025-10-07T10:33:39.157" v="169" actId="113"/>
        <pc:sldMkLst>
          <pc:docMk/>
          <pc:sldMk cId="3074592277" sldId="2147473171"/>
        </pc:sldMkLst>
        <pc:spChg chg="add mod">
          <ac:chgData name="Liang, Jun/梁 俊" userId="53872e13-a468-4a20-9bc0-648e2bd0e637" providerId="ADAL" clId="{DA46F589-692D-4F1D-BAE3-197E897DA0F1}" dt="2025-10-07T10:33:39.157" v="169" actId="113"/>
          <ac:spMkLst>
            <pc:docMk/>
            <pc:sldMk cId="3074592277" sldId="2147473171"/>
            <ac:spMk id="8" creationId="{E9A2BAC3-088A-4795-81AF-26A856073D0A}"/>
          </ac:spMkLst>
        </pc:spChg>
      </pc:sldChg>
      <pc:sldChg chg="delSp modSp new mod">
        <pc:chgData name="Liang, Jun/梁 俊" userId="53872e13-a468-4a20-9bc0-648e2bd0e637" providerId="ADAL" clId="{DA46F589-692D-4F1D-BAE3-197E897DA0F1}" dt="2025-10-07T10:49:06.916" v="389" actId="478"/>
        <pc:sldMkLst>
          <pc:docMk/>
          <pc:sldMk cId="3634615520" sldId="2147473172"/>
        </pc:sldMkLst>
        <pc:spChg chg="mod">
          <ac:chgData name="Liang, Jun/梁 俊" userId="53872e13-a468-4a20-9bc0-648e2bd0e637" providerId="ADAL" clId="{DA46F589-692D-4F1D-BAE3-197E897DA0F1}" dt="2025-10-07T10:49:04.728" v="388" actId="14100"/>
          <ac:spMkLst>
            <pc:docMk/>
            <pc:sldMk cId="3634615520" sldId="2147473172"/>
            <ac:spMk id="2" creationId="{07C970A7-DBD4-98A2-FE38-1DEAA21AC58A}"/>
          </ac:spMkLst>
        </pc:spChg>
      </pc:sldChg>
      <pc:sldChg chg="addSp delSp modSp add mod ord">
        <pc:chgData name="Liang, Jun/梁 俊" userId="53872e13-a468-4a20-9bc0-648e2bd0e637" providerId="ADAL" clId="{DA46F589-692D-4F1D-BAE3-197E897DA0F1}" dt="2025-10-07T11:17:42.134" v="924" actId="20577"/>
        <pc:sldMkLst>
          <pc:docMk/>
          <pc:sldMk cId="3020041131" sldId="2147473173"/>
        </pc:sldMkLst>
        <pc:spChg chg="mod">
          <ac:chgData name="Liang, Jun/梁 俊" userId="53872e13-a468-4a20-9bc0-648e2bd0e637" providerId="ADAL" clId="{DA46F589-692D-4F1D-BAE3-197E897DA0F1}" dt="2025-10-07T11:04:10.424" v="692" actId="20577"/>
          <ac:spMkLst>
            <pc:docMk/>
            <pc:sldMk cId="3020041131" sldId="2147473173"/>
            <ac:spMk id="2" creationId="{3ED1AD73-9B7D-4DE2-BE95-B2D13906EC9B}"/>
          </ac:spMkLst>
        </pc:spChg>
        <pc:spChg chg="mod">
          <ac:chgData name="Liang, Jun/梁 俊" userId="53872e13-a468-4a20-9bc0-648e2bd0e637" providerId="ADAL" clId="{DA46F589-692D-4F1D-BAE3-197E897DA0F1}" dt="2025-10-07T11:06:50.485" v="703" actId="14100"/>
          <ac:spMkLst>
            <pc:docMk/>
            <pc:sldMk cId="3020041131" sldId="2147473173"/>
            <ac:spMk id="3" creationId="{F8E8C035-36B2-CE9D-E7CF-C4F42C3D2563}"/>
          </ac:spMkLst>
        </pc:spChg>
        <pc:spChg chg="add mod">
          <ac:chgData name="Liang, Jun/梁 俊" userId="53872e13-a468-4a20-9bc0-648e2bd0e637" providerId="ADAL" clId="{DA46F589-692D-4F1D-BAE3-197E897DA0F1}" dt="2025-10-07T11:17:42.134" v="924" actId="20577"/>
          <ac:spMkLst>
            <pc:docMk/>
            <pc:sldMk cId="3020041131" sldId="2147473173"/>
            <ac:spMk id="8" creationId="{74015AA3-BF43-961F-7E32-D622D7962258}"/>
          </ac:spMkLst>
        </pc:spChg>
        <pc:spChg chg="add mod">
          <ac:chgData name="Liang, Jun/梁 俊" userId="53872e13-a468-4a20-9bc0-648e2bd0e637" providerId="ADAL" clId="{DA46F589-692D-4F1D-BAE3-197E897DA0F1}" dt="2025-10-07T11:08:18.459" v="751" actId="1076"/>
          <ac:spMkLst>
            <pc:docMk/>
            <pc:sldMk cId="3020041131" sldId="2147473173"/>
            <ac:spMk id="9" creationId="{6E773574-31BD-9126-40D5-0AF0DED43145}"/>
          </ac:spMkLst>
        </pc:spChg>
        <pc:picChg chg="add mod">
          <ac:chgData name="Liang, Jun/梁 俊" userId="53872e13-a468-4a20-9bc0-648e2bd0e637" providerId="ADAL" clId="{DA46F589-692D-4F1D-BAE3-197E897DA0F1}" dt="2025-10-07T11:07:05.205" v="710" actId="1076"/>
          <ac:picMkLst>
            <pc:docMk/>
            <pc:sldMk cId="3020041131" sldId="2147473173"/>
            <ac:picMk id="6" creationId="{4E1D5E5E-6846-5A22-7769-6E738369980B}"/>
          </ac:picMkLst>
        </pc:picChg>
      </pc:sldChg>
      <pc:sldChg chg="addSp modSp add mod ord">
        <pc:chgData name="Liang, Jun/梁 俊" userId="53872e13-a468-4a20-9bc0-648e2bd0e637" providerId="ADAL" clId="{DA46F589-692D-4F1D-BAE3-197E897DA0F1}" dt="2025-10-07T11:17:22.126" v="919" actId="3626"/>
        <pc:sldMkLst>
          <pc:docMk/>
          <pc:sldMk cId="3241688960" sldId="2147473174"/>
        </pc:sldMkLst>
        <pc:spChg chg="mod">
          <ac:chgData name="Liang, Jun/梁 俊" userId="53872e13-a468-4a20-9bc0-648e2bd0e637" providerId="ADAL" clId="{DA46F589-692D-4F1D-BAE3-197E897DA0F1}" dt="2025-10-07T11:04:24.834" v="697" actId="20577"/>
          <ac:spMkLst>
            <pc:docMk/>
            <pc:sldMk cId="3241688960" sldId="2147473174"/>
            <ac:spMk id="2" creationId="{BCC64FE0-41FD-0773-B80F-B478E328AC3F}"/>
          </ac:spMkLst>
        </pc:spChg>
        <pc:spChg chg="mod">
          <ac:chgData name="Liang, Jun/梁 俊" userId="53872e13-a468-4a20-9bc0-648e2bd0e637" providerId="ADAL" clId="{DA46F589-692D-4F1D-BAE3-197E897DA0F1}" dt="2025-10-07T11:13:07.535" v="812" actId="14100"/>
          <ac:spMkLst>
            <pc:docMk/>
            <pc:sldMk cId="3241688960" sldId="2147473174"/>
            <ac:spMk id="3" creationId="{563A9660-DFAA-ABE4-A3CA-228977D1532F}"/>
          </ac:spMkLst>
        </pc:spChg>
        <pc:spChg chg="add mod">
          <ac:chgData name="Liang, Jun/梁 俊" userId="53872e13-a468-4a20-9bc0-648e2bd0e637" providerId="ADAL" clId="{DA46F589-692D-4F1D-BAE3-197E897DA0F1}" dt="2025-10-07T11:17:22.126" v="919" actId="3626"/>
          <ac:spMkLst>
            <pc:docMk/>
            <pc:sldMk cId="3241688960" sldId="2147473174"/>
            <ac:spMk id="6" creationId="{950F8739-685D-33CA-3826-47B5CFE25BC0}"/>
          </ac:spMkLst>
        </pc:spChg>
        <pc:spChg chg="add mod">
          <ac:chgData name="Liang, Jun/梁 俊" userId="53872e13-a468-4a20-9bc0-648e2bd0e637" providerId="ADAL" clId="{DA46F589-692D-4F1D-BAE3-197E897DA0F1}" dt="2025-10-07T11:14:23.694" v="858" actId="1076"/>
          <ac:spMkLst>
            <pc:docMk/>
            <pc:sldMk cId="3241688960" sldId="2147473174"/>
            <ac:spMk id="7" creationId="{2E8110BE-710F-42C2-A70C-1F8748037384}"/>
          </ac:spMkLst>
        </pc:spChg>
        <pc:picChg chg="add mod">
          <ac:chgData name="Liang, Jun/梁 俊" userId="53872e13-a468-4a20-9bc0-648e2bd0e637" providerId="ADAL" clId="{DA46F589-692D-4F1D-BAE3-197E897DA0F1}" dt="2025-10-07T11:13:54.984" v="850" actId="14100"/>
          <ac:picMkLst>
            <pc:docMk/>
            <pc:sldMk cId="3241688960" sldId="2147473174"/>
            <ac:picMk id="4" creationId="{79FE8C7C-7032-F914-1EBB-1EDEEADCA0ED}"/>
          </ac:picMkLst>
        </pc:picChg>
      </pc:sldChg>
      <pc:sldChg chg="addSp modSp add mod">
        <pc:chgData name="Liang, Jun/梁 俊" userId="53872e13-a468-4a20-9bc0-648e2bd0e637" providerId="ADAL" clId="{DA46F589-692D-4F1D-BAE3-197E897DA0F1}" dt="2025-10-07T11:17:31.111" v="920" actId="3626"/>
        <pc:sldMkLst>
          <pc:docMk/>
          <pc:sldMk cId="2488434810" sldId="2147473175"/>
        </pc:sldMkLst>
        <pc:spChg chg="mod">
          <ac:chgData name="Liang, Jun/梁 俊" userId="53872e13-a468-4a20-9bc0-648e2bd0e637" providerId="ADAL" clId="{DA46F589-692D-4F1D-BAE3-197E897DA0F1}" dt="2025-10-07T11:03:59.312" v="672" actId="20577"/>
          <ac:spMkLst>
            <pc:docMk/>
            <pc:sldMk cId="2488434810" sldId="2147473175"/>
            <ac:spMk id="2" creationId="{37147292-2D5B-7D7A-088A-822314ADFB1D}"/>
          </ac:spMkLst>
        </pc:spChg>
        <pc:spChg chg="mod">
          <ac:chgData name="Liang, Jun/梁 俊" userId="53872e13-a468-4a20-9bc0-648e2bd0e637" providerId="ADAL" clId="{DA46F589-692D-4F1D-BAE3-197E897DA0F1}" dt="2025-10-07T11:10:22.799" v="752" actId="14100"/>
          <ac:spMkLst>
            <pc:docMk/>
            <pc:sldMk cId="2488434810" sldId="2147473175"/>
            <ac:spMk id="3" creationId="{7B4D4889-071D-161F-9739-2874C4F3BA41}"/>
          </ac:spMkLst>
        </pc:spChg>
        <pc:spChg chg="add mod">
          <ac:chgData name="Liang, Jun/梁 俊" userId="53872e13-a468-4a20-9bc0-648e2bd0e637" providerId="ADAL" clId="{DA46F589-692D-4F1D-BAE3-197E897DA0F1}" dt="2025-10-07T11:17:31.111" v="920" actId="3626"/>
          <ac:spMkLst>
            <pc:docMk/>
            <pc:sldMk cId="2488434810" sldId="2147473175"/>
            <ac:spMk id="6" creationId="{FF7145FC-DEF5-78AF-3549-C05AE58B7CA6}"/>
          </ac:spMkLst>
        </pc:spChg>
        <pc:spChg chg="add mod">
          <ac:chgData name="Liang, Jun/梁 俊" userId="53872e13-a468-4a20-9bc0-648e2bd0e637" providerId="ADAL" clId="{DA46F589-692D-4F1D-BAE3-197E897DA0F1}" dt="2025-10-07T11:11:32.100" v="811" actId="14100"/>
          <ac:spMkLst>
            <pc:docMk/>
            <pc:sldMk cId="2488434810" sldId="2147473175"/>
            <ac:spMk id="7" creationId="{9433C139-4DD0-40D3-AC25-DFDF30479EFE}"/>
          </ac:spMkLst>
        </pc:spChg>
        <pc:picChg chg="add mod">
          <ac:chgData name="Liang, Jun/梁 俊" userId="53872e13-a468-4a20-9bc0-648e2bd0e637" providerId="ADAL" clId="{DA46F589-692D-4F1D-BAE3-197E897DA0F1}" dt="2025-10-07T11:10:32.395" v="757" actId="1076"/>
          <ac:picMkLst>
            <pc:docMk/>
            <pc:sldMk cId="2488434810" sldId="2147473175"/>
            <ac:picMk id="4" creationId="{42B62D72-20BB-27DF-E9ED-B838A650AFD3}"/>
          </ac:picMkLst>
        </pc:picChg>
      </pc:sldChg>
      <pc:sldChg chg="addSp modSp new mod">
        <pc:chgData name="Liang, Jun/梁 俊" userId="53872e13-a468-4a20-9bc0-648e2bd0e637" providerId="ADAL" clId="{DA46F589-692D-4F1D-BAE3-197E897DA0F1}" dt="2025-10-09T04:26:50.253" v="1290" actId="113"/>
        <pc:sldMkLst>
          <pc:docMk/>
          <pc:sldMk cId="116189027" sldId="2147473176"/>
        </pc:sldMkLst>
        <pc:spChg chg="mod">
          <ac:chgData name="Liang, Jun/梁 俊" userId="53872e13-a468-4a20-9bc0-648e2bd0e637" providerId="ADAL" clId="{DA46F589-692D-4F1D-BAE3-197E897DA0F1}" dt="2025-10-07T11:03:40.829" v="648" actId="14100"/>
          <ac:spMkLst>
            <pc:docMk/>
            <pc:sldMk cId="116189027" sldId="2147473176"/>
            <ac:spMk id="2" creationId="{8FD6983A-B17C-858C-956E-D9BB13FCC479}"/>
          </ac:spMkLst>
        </pc:spChg>
        <pc:spChg chg="mod">
          <ac:chgData name="Liang, Jun/梁 俊" userId="53872e13-a468-4a20-9bc0-648e2bd0e637" providerId="ADAL" clId="{DA46F589-692D-4F1D-BAE3-197E897DA0F1}" dt="2025-10-09T04:26:50.253" v="1290" actId="113"/>
          <ac:spMkLst>
            <pc:docMk/>
            <pc:sldMk cId="116189027" sldId="2147473176"/>
            <ac:spMk id="3" creationId="{E7959B4D-B1C0-E4A5-C416-19B49F013819}"/>
          </ac:spMkLst>
        </pc:spChg>
        <pc:spChg chg="add mod">
          <ac:chgData name="Liang, Jun/梁 俊" userId="53872e13-a468-4a20-9bc0-648e2bd0e637" providerId="ADAL" clId="{DA46F589-692D-4F1D-BAE3-197E897DA0F1}" dt="2025-10-07T11:16:31.420" v="884" actId="1076"/>
          <ac:spMkLst>
            <pc:docMk/>
            <pc:sldMk cId="116189027" sldId="2147473176"/>
            <ac:spMk id="6" creationId="{C3A01CEE-E708-0759-87BA-94976DD54B65}"/>
          </ac:spMkLst>
        </pc:spChg>
        <pc:spChg chg="add mod">
          <ac:chgData name="Liang, Jun/梁 俊" userId="53872e13-a468-4a20-9bc0-648e2bd0e637" providerId="ADAL" clId="{DA46F589-692D-4F1D-BAE3-197E897DA0F1}" dt="2025-10-07T11:17:10.778" v="918" actId="1076"/>
          <ac:spMkLst>
            <pc:docMk/>
            <pc:sldMk cId="116189027" sldId="2147473176"/>
            <ac:spMk id="7" creationId="{4DC7BB01-FE86-540C-D1D7-D344FC1C2A4F}"/>
          </ac:spMkLst>
        </pc:spChg>
        <pc:picChg chg="add mod">
          <ac:chgData name="Liang, Jun/梁 俊" userId="53872e13-a468-4a20-9bc0-648e2bd0e637" providerId="ADAL" clId="{DA46F589-692D-4F1D-BAE3-197E897DA0F1}" dt="2025-10-07T11:16:04.849" v="864" actId="1076"/>
          <ac:picMkLst>
            <pc:docMk/>
            <pc:sldMk cId="116189027" sldId="2147473176"/>
            <ac:picMk id="4" creationId="{2FE21C0F-5E76-FB15-4C2A-577AE5EC5872}"/>
          </ac:picMkLst>
        </pc:picChg>
      </pc:sldChg>
      <pc:sldChg chg="addSp delSp modSp new mod modNotesTx">
        <pc:chgData name="Liang, Jun/梁 俊" userId="53872e13-a468-4a20-9bc0-648e2bd0e637" providerId="ADAL" clId="{DA46F589-692D-4F1D-BAE3-197E897DA0F1}" dt="2025-10-07T11:27:14.520" v="1087" actId="14100"/>
        <pc:sldMkLst>
          <pc:docMk/>
          <pc:sldMk cId="465219031" sldId="2147473177"/>
        </pc:sldMkLst>
        <pc:spChg chg="mod">
          <ac:chgData name="Liang, Jun/梁 俊" userId="53872e13-a468-4a20-9bc0-648e2bd0e637" providerId="ADAL" clId="{DA46F589-692D-4F1D-BAE3-197E897DA0F1}" dt="2025-10-07T11:27:14.520" v="1087" actId="14100"/>
          <ac:spMkLst>
            <pc:docMk/>
            <pc:sldMk cId="465219031" sldId="2147473177"/>
            <ac:spMk id="2" creationId="{02A2EFFF-1949-7496-E601-32BEA3742C24}"/>
          </ac:spMkLst>
        </pc:spChg>
        <pc:spChg chg="mod">
          <ac:chgData name="Liang, Jun/梁 俊" userId="53872e13-a468-4a20-9bc0-648e2bd0e637" providerId="ADAL" clId="{DA46F589-692D-4F1D-BAE3-197E897DA0F1}" dt="2025-10-07T11:26:12.213" v="1082" actId="113"/>
          <ac:spMkLst>
            <pc:docMk/>
            <pc:sldMk cId="465219031" sldId="2147473177"/>
            <ac:spMk id="3" creationId="{8F367EE7-BDE2-3936-B54E-CF896D8AA6F3}"/>
          </ac:spMkLst>
        </pc:spChg>
        <pc:spChg chg="add mod">
          <ac:chgData name="Liang, Jun/梁 俊" userId="53872e13-a468-4a20-9bc0-648e2bd0e637" providerId="ADAL" clId="{DA46F589-692D-4F1D-BAE3-197E897DA0F1}" dt="2025-10-07T11:26:01.863" v="1077" actId="1076"/>
          <ac:spMkLst>
            <pc:docMk/>
            <pc:sldMk cId="465219031" sldId="2147473177"/>
            <ac:spMk id="6" creationId="{E7ABD59A-AAA1-1751-8737-24A7DFFA7A77}"/>
          </ac:spMkLst>
        </pc:spChg>
        <pc:picChg chg="add mod">
          <ac:chgData name="Liang, Jun/梁 俊" userId="53872e13-a468-4a20-9bc0-648e2bd0e637" providerId="ADAL" clId="{DA46F589-692D-4F1D-BAE3-197E897DA0F1}" dt="2025-10-07T11:22:22.830" v="948" actId="1076"/>
          <ac:picMkLst>
            <pc:docMk/>
            <pc:sldMk cId="465219031" sldId="2147473177"/>
            <ac:picMk id="5" creationId="{17FB6962-177F-5235-DAEA-4F45EA055ABD}"/>
          </ac:picMkLst>
        </pc:picChg>
      </pc:sldChg>
      <pc:sldChg chg="new del">
        <pc:chgData name="Liang, Jun/梁 俊" userId="53872e13-a468-4a20-9bc0-648e2bd0e637" providerId="ADAL" clId="{DA46F589-692D-4F1D-BAE3-197E897DA0F1}" dt="2025-10-07T11:18:18.519" v="925" actId="47"/>
        <pc:sldMkLst>
          <pc:docMk/>
          <pc:sldMk cId="1700085896" sldId="2147473177"/>
        </pc:sldMkLst>
      </pc:sldChg>
      <pc:sldChg chg="modSp new mod">
        <pc:chgData name="Liang, Jun/梁 俊" userId="53872e13-a468-4a20-9bc0-648e2bd0e637" providerId="ADAL" clId="{DA46F589-692D-4F1D-BAE3-197E897DA0F1}" dt="2025-10-07T11:31:19.693" v="1227" actId="27636"/>
        <pc:sldMkLst>
          <pc:docMk/>
          <pc:sldMk cId="4115530764" sldId="2147473178"/>
        </pc:sldMkLst>
        <pc:spChg chg="mod">
          <ac:chgData name="Liang, Jun/梁 俊" userId="53872e13-a468-4a20-9bc0-648e2bd0e637" providerId="ADAL" clId="{DA46F589-692D-4F1D-BAE3-197E897DA0F1}" dt="2025-10-07T11:28:16.453" v="1104" actId="27636"/>
          <ac:spMkLst>
            <pc:docMk/>
            <pc:sldMk cId="4115530764" sldId="2147473178"/>
            <ac:spMk id="2" creationId="{27ADD74B-43D1-8ED8-8ED9-F498E27BD538}"/>
          </ac:spMkLst>
        </pc:spChg>
        <pc:spChg chg="mod">
          <ac:chgData name="Liang, Jun/梁 俊" userId="53872e13-a468-4a20-9bc0-648e2bd0e637" providerId="ADAL" clId="{DA46F589-692D-4F1D-BAE3-197E897DA0F1}" dt="2025-10-07T11:31:19.693" v="1227" actId="27636"/>
          <ac:spMkLst>
            <pc:docMk/>
            <pc:sldMk cId="4115530764" sldId="2147473178"/>
            <ac:spMk id="3" creationId="{59A371C7-7F42-C13C-42F1-1A588568B865}"/>
          </ac:spMkLst>
        </pc:spChg>
      </pc:sldChg>
      <pc:sldMasterChg chg="delSldLayout">
        <pc:chgData name="Liang, Jun/梁 俊" userId="53872e13-a468-4a20-9bc0-648e2bd0e637" providerId="ADAL" clId="{DA46F589-692D-4F1D-BAE3-197E897DA0F1}" dt="2025-10-07T10:49:45.005" v="407" actId="47"/>
        <pc:sldMasterMkLst>
          <pc:docMk/>
          <pc:sldMasterMk cId="668911800" sldId="2147483730"/>
        </pc:sldMasterMkLst>
        <pc:sldLayoutChg chg="del">
          <pc:chgData name="Liang, Jun/梁 俊" userId="53872e13-a468-4a20-9bc0-648e2bd0e637" providerId="ADAL" clId="{DA46F589-692D-4F1D-BAE3-197E897DA0F1}" dt="2025-10-07T10:49:45.005" v="407" actId="47"/>
          <pc:sldLayoutMkLst>
            <pc:docMk/>
            <pc:sldMasterMk cId="668911800" sldId="2147483730"/>
            <pc:sldLayoutMk cId="2836084759" sldId="2147483747"/>
          </pc:sldLayoutMkLst>
        </pc:sldLayoutChg>
      </pc:sldMasterChg>
    </pc:docChg>
  </pc:docChgLst>
  <pc:docChgLst>
    <pc:chgData name="Liang, Jun/梁 俊" userId="53872e13-a468-4a20-9bc0-648e2bd0e637" providerId="ADAL" clId="{627EB875-06A8-4298-9CD6-10E9AA495681}"/>
    <pc:docChg chg="custSel modSld">
      <pc:chgData name="Liang, Jun/梁 俊" userId="53872e13-a468-4a20-9bc0-648e2bd0e637" providerId="ADAL" clId="{627EB875-06A8-4298-9CD6-10E9AA495681}" dt="2025-10-07T06:49:57.629" v="279" actId="20577"/>
      <pc:docMkLst>
        <pc:docMk/>
      </pc:docMkLst>
      <pc:sldChg chg="delSp modSp mod">
        <pc:chgData name="Liang, Jun/梁 俊" userId="53872e13-a468-4a20-9bc0-648e2bd0e637" providerId="ADAL" clId="{627EB875-06A8-4298-9CD6-10E9AA495681}" dt="2025-10-07T06:49:57.629" v="279" actId="20577"/>
        <pc:sldMkLst>
          <pc:docMk/>
          <pc:sldMk cId="0" sldId="487"/>
        </pc:sldMkLst>
      </pc:sldChg>
    </pc:docChg>
  </pc:docChgLst>
  <pc:docChgLst>
    <pc:chgData name="Liang, Jun/梁 俊" userId="53872e13-a468-4a20-9bc0-648e2bd0e637" providerId="ADAL" clId="{3677334B-03BA-4F4E-8E78-CE3B3D8004E6}"/>
    <pc:docChg chg="undo custSel addSld delSld modSld sldOrd">
      <pc:chgData name="Liang, Jun/梁 俊" userId="53872e13-a468-4a20-9bc0-648e2bd0e637" providerId="ADAL" clId="{3677334B-03BA-4F4E-8E78-CE3B3D8004E6}" dt="2025-01-11T17:04:58.892" v="9506" actId="1076"/>
      <pc:docMkLst>
        <pc:docMk/>
      </pc:docMkLst>
      <pc:sldChg chg="addSp delSp modSp mod">
        <pc:chgData name="Liang, Jun/梁 俊" userId="53872e13-a468-4a20-9bc0-648e2bd0e637" providerId="ADAL" clId="{3677334B-03BA-4F4E-8E78-CE3B3D8004E6}" dt="2025-01-10T11:12:02.986" v="3105" actId="21"/>
        <pc:sldMkLst>
          <pc:docMk/>
          <pc:sldMk cId="3156693268" sldId="256"/>
        </pc:sldMkLst>
      </pc:sldChg>
      <pc:sldChg chg="modSp ord">
        <pc:chgData name="Liang, Jun/梁 俊" userId="53872e13-a468-4a20-9bc0-648e2bd0e637" providerId="ADAL" clId="{3677334B-03BA-4F4E-8E78-CE3B3D8004E6}" dt="2025-01-06T12:19:38.583" v="912"/>
        <pc:sldMkLst>
          <pc:docMk/>
          <pc:sldMk cId="237995527" sldId="257"/>
        </pc:sldMkLst>
      </pc:sldChg>
      <pc:sldChg chg="modSp del mod">
        <pc:chgData name="Liang, Jun/梁 俊" userId="53872e13-a468-4a20-9bc0-648e2bd0e637" providerId="ADAL" clId="{3677334B-03BA-4F4E-8E78-CE3B3D8004E6}" dt="2025-01-06T12:11:34.091" v="884" actId="47"/>
        <pc:sldMkLst>
          <pc:docMk/>
          <pc:sldMk cId="1392523530" sldId="258"/>
        </pc:sldMkLst>
      </pc:sldChg>
      <pc:sldChg chg="modSp mod ord">
        <pc:chgData name="Liang, Jun/梁 俊" userId="53872e13-a468-4a20-9bc0-648e2bd0e637" providerId="ADAL" clId="{3677334B-03BA-4F4E-8E78-CE3B3D8004E6}" dt="2025-01-06T12:19:38.583" v="912"/>
        <pc:sldMkLst>
          <pc:docMk/>
          <pc:sldMk cId="3520147346" sldId="259"/>
        </pc:sldMkLst>
      </pc:sldChg>
      <pc:sldChg chg="modSp ord">
        <pc:chgData name="Liang, Jun/梁 俊" userId="53872e13-a468-4a20-9bc0-648e2bd0e637" providerId="ADAL" clId="{3677334B-03BA-4F4E-8E78-CE3B3D8004E6}" dt="2025-01-06T12:19:38.583" v="912"/>
        <pc:sldMkLst>
          <pc:docMk/>
          <pc:sldMk cId="4036844314" sldId="260"/>
        </pc:sldMkLst>
      </pc:sldChg>
      <pc:sldChg chg="new del">
        <pc:chgData name="Liang, Jun/梁 俊" userId="53872e13-a468-4a20-9bc0-648e2bd0e637" providerId="ADAL" clId="{3677334B-03BA-4F4E-8E78-CE3B3D8004E6}" dt="2025-01-06T12:02:32.357" v="785" actId="47"/>
        <pc:sldMkLst>
          <pc:docMk/>
          <pc:sldMk cId="1441921228" sldId="261"/>
        </pc:sldMkLst>
      </pc:sldChg>
      <pc:sldChg chg="addSp delSp modSp new mod">
        <pc:chgData name="Liang, Jun/梁 俊" userId="53872e13-a468-4a20-9bc0-648e2bd0e637" providerId="ADAL" clId="{3677334B-03BA-4F4E-8E78-CE3B3D8004E6}" dt="2025-01-06T12:20:05.399" v="913" actId="2711"/>
        <pc:sldMkLst>
          <pc:docMk/>
          <pc:sldMk cId="3293125066" sldId="261"/>
        </pc:sldMkLst>
      </pc:sldChg>
      <pc:sldChg chg="add del">
        <pc:chgData name="Liang, Jun/梁 俊" userId="53872e13-a468-4a20-9bc0-648e2bd0e637" providerId="ADAL" clId="{3677334B-03BA-4F4E-8E78-CE3B3D8004E6}" dt="2025-01-06T12:05:56.835" v="827" actId="2890"/>
        <pc:sldMkLst>
          <pc:docMk/>
          <pc:sldMk cId="22642919" sldId="262"/>
        </pc:sldMkLst>
      </pc:sldChg>
      <pc:sldChg chg="modSp new mod">
        <pc:chgData name="Liang, Jun/梁 俊" userId="53872e13-a468-4a20-9bc0-648e2bd0e637" providerId="ADAL" clId="{3677334B-03BA-4F4E-8E78-CE3B3D8004E6}" dt="2025-01-11T16:22:10.644" v="8687" actId="27636"/>
        <pc:sldMkLst>
          <pc:docMk/>
          <pc:sldMk cId="2708986058" sldId="262"/>
        </pc:sldMkLst>
      </pc:sldChg>
      <pc:sldChg chg="delSp modSp new del mod">
        <pc:chgData name="Liang, Jun/梁 俊" userId="53872e13-a468-4a20-9bc0-648e2bd0e637" providerId="ADAL" clId="{3677334B-03BA-4F4E-8E78-CE3B3D8004E6}" dt="2025-01-06T12:18:38.672" v="908" actId="47"/>
        <pc:sldMkLst>
          <pc:docMk/>
          <pc:sldMk cId="5405484" sldId="263"/>
        </pc:sldMkLst>
      </pc:sldChg>
      <pc:sldChg chg="addSp delSp modSp new del mod">
        <pc:chgData name="Liang, Jun/梁 俊" userId="53872e13-a468-4a20-9bc0-648e2bd0e637" providerId="ADAL" clId="{3677334B-03BA-4F4E-8E78-CE3B3D8004E6}" dt="2025-01-06T12:55:08.468" v="1450" actId="47"/>
        <pc:sldMkLst>
          <pc:docMk/>
          <pc:sldMk cId="368723409" sldId="263"/>
        </pc:sldMkLst>
      </pc:sldChg>
      <pc:sldChg chg="addSp delSp modSp add mod ord">
        <pc:chgData name="Liang, Jun/梁 俊" userId="53872e13-a468-4a20-9bc0-648e2bd0e637" providerId="ADAL" clId="{3677334B-03BA-4F4E-8E78-CE3B3D8004E6}" dt="2025-01-11T14:08:28.171" v="6429" actId="113"/>
        <pc:sldMkLst>
          <pc:docMk/>
          <pc:sldMk cId="2767354359" sldId="264"/>
        </pc:sldMkLst>
      </pc:sldChg>
      <pc:sldChg chg="modSp add mod">
        <pc:chgData name="Liang, Jun/梁 俊" userId="53872e13-a468-4a20-9bc0-648e2bd0e637" providerId="ADAL" clId="{3677334B-03BA-4F4E-8E78-CE3B3D8004E6}" dt="2025-01-11T16:43:46.999" v="9209" actId="20577"/>
        <pc:sldMkLst>
          <pc:docMk/>
          <pc:sldMk cId="2611440839" sldId="265"/>
        </pc:sldMkLst>
      </pc:sldChg>
      <pc:sldChg chg="addSp delSp modSp add del mod ord">
        <pc:chgData name="Liang, Jun/梁 俊" userId="53872e13-a468-4a20-9bc0-648e2bd0e637" providerId="ADAL" clId="{3677334B-03BA-4F4E-8E78-CE3B3D8004E6}" dt="2025-01-08T14:40:35.101" v="3060" actId="47"/>
        <pc:sldMkLst>
          <pc:docMk/>
          <pc:sldMk cId="2019871620" sldId="266"/>
        </pc:sldMkLst>
      </pc:sldChg>
      <pc:sldChg chg="addSp modSp new del mod">
        <pc:chgData name="Liang, Jun/梁 俊" userId="53872e13-a468-4a20-9bc0-648e2bd0e637" providerId="ADAL" clId="{3677334B-03BA-4F4E-8E78-CE3B3D8004E6}" dt="2025-01-08T14:40:41.600" v="3061" actId="47"/>
        <pc:sldMkLst>
          <pc:docMk/>
          <pc:sldMk cId="2232923245" sldId="267"/>
        </pc:sldMkLst>
      </pc:sldChg>
      <pc:sldChg chg="addSp modSp new del mod">
        <pc:chgData name="Liang, Jun/梁 俊" userId="53872e13-a468-4a20-9bc0-648e2bd0e637" providerId="ADAL" clId="{3677334B-03BA-4F4E-8E78-CE3B3D8004E6}" dt="2025-01-11T14:52:10.500" v="7406" actId="47"/>
        <pc:sldMkLst>
          <pc:docMk/>
          <pc:sldMk cId="1951842704" sldId="268"/>
        </pc:sldMkLst>
      </pc:sldChg>
      <pc:sldChg chg="addSp modSp new del mod">
        <pc:chgData name="Liang, Jun/梁 俊" userId="53872e13-a468-4a20-9bc0-648e2bd0e637" providerId="ADAL" clId="{3677334B-03BA-4F4E-8E78-CE3B3D8004E6}" dt="2025-01-11T14:51:43.615" v="7405" actId="47"/>
        <pc:sldMkLst>
          <pc:docMk/>
          <pc:sldMk cId="1294980671" sldId="269"/>
        </pc:sldMkLst>
      </pc:sldChg>
      <pc:sldChg chg="modSp new mod">
        <pc:chgData name="Liang, Jun/梁 俊" userId="53872e13-a468-4a20-9bc0-648e2bd0e637" providerId="ADAL" clId="{3677334B-03BA-4F4E-8E78-CE3B3D8004E6}" dt="2025-01-11T14:45:13.839" v="7295" actId="2711"/>
        <pc:sldMkLst>
          <pc:docMk/>
          <pc:sldMk cId="1030457105" sldId="270"/>
        </pc:sldMkLst>
      </pc:sldChg>
      <pc:sldChg chg="addSp modSp new mod">
        <pc:chgData name="Liang, Jun/梁 俊" userId="53872e13-a468-4a20-9bc0-648e2bd0e637" providerId="ADAL" clId="{3677334B-03BA-4F4E-8E78-CE3B3D8004E6}" dt="2025-01-11T14:53:51.522" v="7452" actId="20577"/>
        <pc:sldMkLst>
          <pc:docMk/>
          <pc:sldMk cId="1675815054" sldId="271"/>
        </pc:sldMkLst>
      </pc:sldChg>
      <pc:sldChg chg="addSp modSp new del mod">
        <pc:chgData name="Liang, Jun/梁 俊" userId="53872e13-a468-4a20-9bc0-648e2bd0e637" providerId="ADAL" clId="{3677334B-03BA-4F4E-8E78-CE3B3D8004E6}" dt="2025-01-11T14:51:27.114" v="7404" actId="47"/>
        <pc:sldMkLst>
          <pc:docMk/>
          <pc:sldMk cId="1288483696" sldId="272"/>
        </pc:sldMkLst>
      </pc:sldChg>
      <pc:sldChg chg="addSp delSp modSp new del mod setBg">
        <pc:chgData name="Liang, Jun/梁 俊" userId="53872e13-a468-4a20-9bc0-648e2bd0e637" providerId="ADAL" clId="{3677334B-03BA-4F4E-8E78-CE3B3D8004E6}" dt="2025-01-10T11:23:44.626" v="3279" actId="47"/>
        <pc:sldMkLst>
          <pc:docMk/>
          <pc:sldMk cId="300104621" sldId="273"/>
        </pc:sldMkLst>
      </pc:sldChg>
      <pc:sldChg chg="delSp modSp add mod">
        <pc:chgData name="Liang, Jun/梁 俊" userId="53872e13-a468-4a20-9bc0-648e2bd0e637" providerId="ADAL" clId="{3677334B-03BA-4F4E-8E78-CE3B3D8004E6}" dt="2025-01-11T16:44:32.737" v="9216" actId="404"/>
        <pc:sldMkLst>
          <pc:docMk/>
          <pc:sldMk cId="3828524052" sldId="281"/>
        </pc:sldMkLst>
      </pc:sldChg>
      <pc:sldChg chg="addSp delSp modSp add mod">
        <pc:chgData name="Liang, Jun/梁 俊" userId="53872e13-a468-4a20-9bc0-648e2bd0e637" providerId="ADAL" clId="{3677334B-03BA-4F4E-8E78-CE3B3D8004E6}" dt="2025-01-11T11:26:11.592" v="4654" actId="1076"/>
        <pc:sldMkLst>
          <pc:docMk/>
          <pc:sldMk cId="0" sldId="487"/>
        </pc:sldMkLst>
      </pc:sldChg>
      <pc:sldChg chg="addSp modSp new del mod">
        <pc:chgData name="Liang, Jun/梁 俊" userId="53872e13-a468-4a20-9bc0-648e2bd0e637" providerId="ADAL" clId="{3677334B-03BA-4F4E-8E78-CE3B3D8004E6}" dt="2025-01-10T12:00:57.977" v="3848" actId="47"/>
        <pc:sldMkLst>
          <pc:docMk/>
          <pc:sldMk cId="2568697300" sldId="488"/>
        </pc:sldMkLst>
      </pc:sldChg>
      <pc:sldChg chg="addSp delSp modSp new del mod">
        <pc:chgData name="Liang, Jun/梁 俊" userId="53872e13-a468-4a20-9bc0-648e2bd0e637" providerId="ADAL" clId="{3677334B-03BA-4F4E-8E78-CE3B3D8004E6}" dt="2025-01-10T11:56:26.389" v="3772" actId="47"/>
        <pc:sldMkLst>
          <pc:docMk/>
          <pc:sldMk cId="3039126021" sldId="488"/>
        </pc:sldMkLst>
      </pc:sldChg>
      <pc:sldChg chg="addSp delSp modSp new mod">
        <pc:chgData name="Liang, Jun/梁 俊" userId="53872e13-a468-4a20-9bc0-648e2bd0e637" providerId="ADAL" clId="{3677334B-03BA-4F4E-8E78-CE3B3D8004E6}" dt="2025-01-10T12:43:02.629" v="4192" actId="14100"/>
        <pc:sldMkLst>
          <pc:docMk/>
          <pc:sldMk cId="4215499049" sldId="488"/>
        </pc:sldMkLst>
      </pc:sldChg>
      <pc:sldChg chg="addSp modSp new mod">
        <pc:chgData name="Liang, Jun/梁 俊" userId="53872e13-a468-4a20-9bc0-648e2bd0e637" providerId="ADAL" clId="{3677334B-03BA-4F4E-8E78-CE3B3D8004E6}" dt="2025-01-10T13:01:52.224" v="4295" actId="20577"/>
        <pc:sldMkLst>
          <pc:docMk/>
          <pc:sldMk cId="3608785772" sldId="489"/>
        </pc:sldMkLst>
      </pc:sldChg>
      <pc:sldChg chg="modSp new del mod">
        <pc:chgData name="Liang, Jun/梁 俊" userId="53872e13-a468-4a20-9bc0-648e2bd0e637" providerId="ADAL" clId="{3677334B-03BA-4F4E-8E78-CE3B3D8004E6}" dt="2025-01-11T14:46:47.228" v="7318" actId="47"/>
        <pc:sldMkLst>
          <pc:docMk/>
          <pc:sldMk cId="2509479889" sldId="490"/>
        </pc:sldMkLst>
      </pc:sldChg>
      <pc:sldChg chg="modSp new mod">
        <pc:chgData name="Liang, Jun/梁 俊" userId="53872e13-a468-4a20-9bc0-648e2bd0e637" providerId="ADAL" clId="{3677334B-03BA-4F4E-8E78-CE3B3D8004E6}" dt="2025-01-11T11:24:59.808" v="4649" actId="20577"/>
        <pc:sldMkLst>
          <pc:docMk/>
          <pc:sldMk cId="532660423" sldId="491"/>
        </pc:sldMkLst>
      </pc:sldChg>
      <pc:sldChg chg="addSp delSp modSp new mod ord">
        <pc:chgData name="Liang, Jun/梁 俊" userId="53872e13-a468-4a20-9bc0-648e2bd0e637" providerId="ADAL" clId="{3677334B-03BA-4F4E-8E78-CE3B3D8004E6}" dt="2025-01-11T14:44:39.809" v="7288" actId="14100"/>
        <pc:sldMkLst>
          <pc:docMk/>
          <pc:sldMk cId="3842738742" sldId="492"/>
        </pc:sldMkLst>
      </pc:sldChg>
      <pc:sldChg chg="addSp modSp new del mod">
        <pc:chgData name="Liang, Jun/梁 俊" userId="53872e13-a468-4a20-9bc0-648e2bd0e637" providerId="ADAL" clId="{3677334B-03BA-4F4E-8E78-CE3B3D8004E6}" dt="2025-01-11T14:17:04.623" v="6556" actId="47"/>
        <pc:sldMkLst>
          <pc:docMk/>
          <pc:sldMk cId="1247585196" sldId="493"/>
        </pc:sldMkLst>
      </pc:sldChg>
      <pc:sldChg chg="addSp modSp new mod">
        <pc:chgData name="Liang, Jun/梁 俊" userId="53872e13-a468-4a20-9bc0-648e2bd0e637" providerId="ADAL" clId="{3677334B-03BA-4F4E-8E78-CE3B3D8004E6}" dt="2025-01-11T14:47:09.899" v="7320" actId="20577"/>
        <pc:sldMkLst>
          <pc:docMk/>
          <pc:sldMk cId="4203511666" sldId="493"/>
        </pc:sldMkLst>
      </pc:sldChg>
      <pc:sldChg chg="addSp delSp modSp new mod">
        <pc:chgData name="Liang, Jun/梁 俊" userId="53872e13-a468-4a20-9bc0-648e2bd0e637" providerId="ADAL" clId="{3677334B-03BA-4F4E-8E78-CE3B3D8004E6}" dt="2025-01-11T15:33:20.642" v="7919" actId="14100"/>
        <pc:sldMkLst>
          <pc:docMk/>
          <pc:sldMk cId="1412716372" sldId="494"/>
        </pc:sldMkLst>
      </pc:sldChg>
      <pc:sldChg chg="addSp delSp modSp new mod">
        <pc:chgData name="Liang, Jun/梁 俊" userId="53872e13-a468-4a20-9bc0-648e2bd0e637" providerId="ADAL" clId="{3677334B-03BA-4F4E-8E78-CE3B3D8004E6}" dt="2025-01-11T16:10:00.809" v="8288" actId="1076"/>
        <pc:sldMkLst>
          <pc:docMk/>
          <pc:sldMk cId="1621136055" sldId="495"/>
        </pc:sldMkLst>
      </pc:sldChg>
      <pc:sldChg chg="addSp delSp modSp new mod">
        <pc:chgData name="Liang, Jun/梁 俊" userId="53872e13-a468-4a20-9bc0-648e2bd0e637" providerId="ADAL" clId="{3677334B-03BA-4F4E-8E78-CE3B3D8004E6}" dt="2025-01-11T15:50:48.555" v="8139" actId="20577"/>
        <pc:sldMkLst>
          <pc:docMk/>
          <pc:sldMk cId="2272676056" sldId="496"/>
        </pc:sldMkLst>
      </pc:sldChg>
      <pc:sldChg chg="modSp new mod">
        <pc:chgData name="Liang, Jun/梁 俊" userId="53872e13-a468-4a20-9bc0-648e2bd0e637" providerId="ADAL" clId="{3677334B-03BA-4F4E-8E78-CE3B3D8004E6}" dt="2025-01-11T16:16:50.594" v="8664" actId="20577"/>
        <pc:sldMkLst>
          <pc:docMk/>
          <pc:sldMk cId="2003425408" sldId="497"/>
        </pc:sldMkLst>
      </pc:sldChg>
      <pc:sldChg chg="addSp modSp new mod">
        <pc:chgData name="Liang, Jun/梁 俊" userId="53872e13-a468-4a20-9bc0-648e2bd0e637" providerId="ADAL" clId="{3677334B-03BA-4F4E-8E78-CE3B3D8004E6}" dt="2025-01-11T16:40:53.765" v="9082" actId="404"/>
        <pc:sldMkLst>
          <pc:docMk/>
          <pc:sldMk cId="227178984" sldId="498"/>
        </pc:sldMkLst>
      </pc:sldChg>
      <pc:sldChg chg="addSp modSp add mod">
        <pc:chgData name="Liang, Jun/梁 俊" userId="53872e13-a468-4a20-9bc0-648e2bd0e637" providerId="ADAL" clId="{3677334B-03BA-4F4E-8E78-CE3B3D8004E6}" dt="2025-01-11T16:56:17.261" v="9349" actId="1076"/>
        <pc:sldMkLst>
          <pc:docMk/>
          <pc:sldMk cId="3526027575" sldId="499"/>
        </pc:sldMkLst>
      </pc:sldChg>
      <pc:sldChg chg="modSp new mod">
        <pc:chgData name="Liang, Jun/梁 俊" userId="53872e13-a468-4a20-9bc0-648e2bd0e637" providerId="ADAL" clId="{3677334B-03BA-4F4E-8E78-CE3B3D8004E6}" dt="2025-01-11T17:04:58.892" v="9506" actId="1076"/>
        <pc:sldMkLst>
          <pc:docMk/>
          <pc:sldMk cId="975441694" sldId="500"/>
        </pc:sldMkLst>
      </pc:sldChg>
      <pc:sldChg chg="modSp add mod ord">
        <pc:chgData name="Liang, Jun/梁 俊" userId="53872e13-a468-4a20-9bc0-648e2bd0e637" providerId="ADAL" clId="{3677334B-03BA-4F4E-8E78-CE3B3D8004E6}" dt="2025-01-11T17:03:31.978" v="9454" actId="1076"/>
        <pc:sldMkLst>
          <pc:docMk/>
          <pc:sldMk cId="1409594501" sldId="2147473021"/>
        </pc:sldMkLst>
      </pc:sldChg>
      <pc:sldChg chg="modSp add mod">
        <pc:chgData name="Liang, Jun/梁 俊" userId="53872e13-a468-4a20-9bc0-648e2bd0e637" providerId="ADAL" clId="{3677334B-03BA-4F4E-8E78-CE3B3D8004E6}" dt="2025-01-11T16:52:32.215" v="9309" actId="113"/>
        <pc:sldMkLst>
          <pc:docMk/>
          <pc:sldMk cId="1914353597" sldId="2147473029"/>
        </pc:sldMkLst>
      </pc:sldChg>
      <pc:sldChg chg="modSp add mod">
        <pc:chgData name="Liang, Jun/梁 俊" userId="53872e13-a468-4a20-9bc0-648e2bd0e637" providerId="ADAL" clId="{3677334B-03BA-4F4E-8E78-CE3B3D8004E6}" dt="2025-01-11T16:57:00.316" v="9365" actId="1076"/>
        <pc:sldMkLst>
          <pc:docMk/>
          <pc:sldMk cId="2836905399" sldId="2147473036"/>
        </pc:sldMkLst>
      </pc:sldChg>
      <pc:sldChg chg="modSp add mod">
        <pc:chgData name="Liang, Jun/梁 俊" userId="53872e13-a468-4a20-9bc0-648e2bd0e637" providerId="ADAL" clId="{3677334B-03BA-4F4E-8E78-CE3B3D8004E6}" dt="2025-01-11T16:56:30.555" v="9351" actId="113"/>
        <pc:sldMkLst>
          <pc:docMk/>
          <pc:sldMk cId="1485945197" sldId="2147473060"/>
        </pc:sldMkLst>
      </pc:sldChg>
      <pc:sldChg chg="delSp modSp add mod">
        <pc:chgData name="Liang, Jun/梁 俊" userId="53872e13-a468-4a20-9bc0-648e2bd0e637" providerId="ADAL" clId="{3677334B-03BA-4F4E-8E78-CE3B3D8004E6}" dt="2025-01-11T16:50:52.208" v="9302" actId="478"/>
        <pc:sldMkLst>
          <pc:docMk/>
          <pc:sldMk cId="2808248770" sldId="2147473094"/>
        </pc:sldMkLst>
      </pc:sldChg>
      <pc:sldChg chg="modSp add del mod">
        <pc:chgData name="Liang, Jun/梁 俊" userId="53872e13-a468-4a20-9bc0-648e2bd0e637" providerId="ADAL" clId="{3677334B-03BA-4F4E-8E78-CE3B3D8004E6}" dt="2025-01-11T16:46:48.352" v="9234" actId="1076"/>
        <pc:sldMkLst>
          <pc:docMk/>
          <pc:sldMk cId="1450222597" sldId="2147473122"/>
        </pc:sldMkLst>
      </pc:sldChg>
      <pc:sldChg chg="add">
        <pc:chgData name="Liang, Jun/梁 俊" userId="53872e13-a468-4a20-9bc0-648e2bd0e637" providerId="ADAL" clId="{3677334B-03BA-4F4E-8E78-CE3B3D8004E6}" dt="2025-01-11T16:52:09.592" v="9306"/>
        <pc:sldMkLst>
          <pc:docMk/>
          <pc:sldMk cId="3538857294" sldId="2147473146"/>
        </pc:sldMkLst>
      </pc:sldChg>
      <pc:sldChg chg="addSp delSp modSp new mod">
        <pc:chgData name="Liang, Jun/梁 俊" userId="53872e13-a468-4a20-9bc0-648e2bd0e637" providerId="ADAL" clId="{3677334B-03BA-4F4E-8E78-CE3B3D8004E6}" dt="2025-01-11T17:04:35.253" v="9492" actId="404"/>
        <pc:sldMkLst>
          <pc:docMk/>
          <pc:sldMk cId="122242253" sldId="2147473147"/>
        </pc:sldMkLst>
      </pc:sldChg>
    </pc:docChg>
  </pc:docChgLst>
  <pc:docChgLst>
    <pc:chgData name="Liang, Jun/梁 俊" userId="53872e13-a468-4a20-9bc0-648e2bd0e637" providerId="ADAL" clId="{8069CFF1-8E7B-4F31-9AC1-44EC19790E2A}"/>
    <pc:docChg chg="undo custSel addSld modSld">
      <pc:chgData name="Liang, Jun/梁 俊" userId="53872e13-a468-4a20-9bc0-648e2bd0e637" providerId="ADAL" clId="{8069CFF1-8E7B-4F31-9AC1-44EC19790E2A}" dt="2024-11-08T07:00:27.735" v="160"/>
      <pc:docMkLst>
        <pc:docMk/>
      </pc:docMkLst>
      <pc:sldChg chg="new">
        <pc:chgData name="Liang, Jun/梁 俊" userId="53872e13-a468-4a20-9bc0-648e2bd0e637" providerId="ADAL" clId="{8069CFF1-8E7B-4F31-9AC1-44EC19790E2A}" dt="2024-11-08T06:36:43.769" v="0" actId="680"/>
        <pc:sldMkLst>
          <pc:docMk/>
          <pc:sldMk cId="3156693268" sldId="256"/>
        </pc:sldMkLst>
      </pc:sldChg>
      <pc:sldChg chg="modSp new mod">
        <pc:chgData name="Liang, Jun/梁 俊" userId="53872e13-a468-4a20-9bc0-648e2bd0e637" providerId="ADAL" clId="{8069CFF1-8E7B-4F31-9AC1-44EC19790E2A}" dt="2024-11-08T06:44:30.443" v="101"/>
        <pc:sldMkLst>
          <pc:docMk/>
          <pc:sldMk cId="237995527" sldId="257"/>
        </pc:sldMkLst>
      </pc:sldChg>
      <pc:sldChg chg="modSp new mod">
        <pc:chgData name="Liang, Jun/梁 俊" userId="53872e13-a468-4a20-9bc0-648e2bd0e637" providerId="ADAL" clId="{8069CFF1-8E7B-4F31-9AC1-44EC19790E2A}" dt="2024-11-08T06:37:00.059" v="9" actId="20577"/>
        <pc:sldMkLst>
          <pc:docMk/>
          <pc:sldMk cId="1392523530" sldId="258"/>
        </pc:sldMkLst>
      </pc:sldChg>
      <pc:sldChg chg="modSp new mod">
        <pc:chgData name="Liang, Jun/梁 俊" userId="53872e13-a468-4a20-9bc0-648e2bd0e637" providerId="ADAL" clId="{8069CFF1-8E7B-4F31-9AC1-44EC19790E2A}" dt="2024-11-08T06:47:35.382" v="138"/>
        <pc:sldMkLst>
          <pc:docMk/>
          <pc:sldMk cId="3520147346" sldId="259"/>
        </pc:sldMkLst>
      </pc:sldChg>
      <pc:sldChg chg="modSp new mod">
        <pc:chgData name="Liang, Jun/梁 俊" userId="53872e13-a468-4a20-9bc0-648e2bd0e637" providerId="ADAL" clId="{8069CFF1-8E7B-4F31-9AC1-44EC19790E2A}" dt="2024-11-08T07:00:27.735" v="160"/>
        <pc:sldMkLst>
          <pc:docMk/>
          <pc:sldMk cId="4036844314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D35C3-FDA7-4782-83C8-6E99F1C6D48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 Master Text Formatting</a:t>
            </a:r>
          </a:p>
          <a:p>
            <a:pPr lvl="1"/>
            <a:r>
              <a:rPr kumimoji="1" lang="en-US" altLang="ja-JP"/>
              <a:t> Second </a:t>
            </a:r>
            <a:r>
              <a:rPr kumimoji="1" lang="ja-JP" altLang="en-US"/>
              <a:t>Level</a:t>
            </a:r>
          </a:p>
          <a:p>
            <a:pPr lvl="2"/>
            <a:r>
              <a:rPr kumimoji="1" lang="en-US" altLang="ja-JP"/>
              <a:t> Third </a:t>
            </a:r>
            <a:r>
              <a:rPr kumimoji="1" lang="ja-JP" altLang="en-US"/>
              <a:t>Level</a:t>
            </a:r>
          </a:p>
          <a:p>
            <a:pPr lvl="3"/>
            <a:r>
              <a:rPr kumimoji="1" lang="en-US" altLang="ja-JP"/>
              <a:t> 4th </a:t>
            </a:r>
            <a:r>
              <a:rPr kumimoji="1" lang="ja-JP" altLang="en-US"/>
              <a:t>level</a:t>
            </a:r>
          </a:p>
          <a:p>
            <a:pPr lvl="4"/>
            <a:r>
              <a:rPr kumimoji="1" lang="en-US" altLang="ja-JP"/>
              <a:t> 5th </a:t>
            </a:r>
            <a:r>
              <a:rPr kumimoji="1" lang="ja-JP" altLang="en-US"/>
              <a:t>level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0A686-39CD-4BA7-8613-62406578D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17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This part is to help you understand that </a:t>
            </a:r>
            <a:r>
              <a:rPr lang="en-US" altLang="ja-JP" dirty="0"/>
              <a:t>AI is </a:t>
            </a:r>
            <a:r>
              <a:rPr lang="ja-JP" altLang="en-US" dirty="0"/>
              <a:t>not magic and to give you a concrete image of what it is.</a:t>
            </a:r>
            <a:br>
              <a:rPr lang="en-US" altLang="ja-JP" dirty="0"/>
            </a:b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any of you ever used 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0A686-39CD-4BA7-8613-62406578D29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41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0A686-39CD-4BA7-8613-62406578D291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9360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presentation will focus on the recruitment industry and related technologies, with an emphasis on generative 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0A686-39CD-4BA7-8613-62406578D291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39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This is just an example, but one of the major benefits of generative </a:t>
            </a:r>
            <a:r>
              <a:rPr kumimoji="1" lang="en-US" altLang="ja-JP" dirty="0"/>
              <a:t>AI </a:t>
            </a:r>
            <a:r>
              <a:rPr kumimoji="1" lang="ja-JP" altLang="en-US" dirty="0"/>
              <a:t>is that it greatly reduces the </a:t>
            </a:r>
            <a:r>
              <a:rPr kumimoji="1" lang="en-US" altLang="ja-JP" dirty="0"/>
              <a:t>"</a:t>
            </a:r>
            <a:r>
              <a:rPr kumimoji="1" lang="ja-JP" altLang="en-US" dirty="0"/>
              <a:t>labor involved in writing" </a:t>
            </a:r>
            <a:r>
              <a:rPr kumimoji="1" lang="en-US" altLang="ja-JP" dirty="0"/>
              <a:t>in </a:t>
            </a:r>
            <a:r>
              <a:rPr kumimoji="1" lang="ja-JP" altLang="en-US" dirty="0"/>
              <a:t>your daily work in this way, allowing you to focus on more essential tasks.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0A686-39CD-4BA7-8613-62406578D291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203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This part is designed to help you think about the specifics of your company's operations.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0A686-39CD-4BA7-8613-62406578D291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589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48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1535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75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7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425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954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7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82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58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41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9245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4350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9436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984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386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58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Master Title Formatting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 Master Text Formatting</a:t>
            </a:r>
          </a:p>
          <a:p>
            <a:pPr lvl="1"/>
            <a:r>
              <a:rPr lang="en-US" altLang="ja-JP"/>
              <a:t> Second </a:t>
            </a:r>
            <a:r>
              <a:rPr lang="ja-JP" altLang="en-US"/>
              <a:t>Level</a:t>
            </a:r>
          </a:p>
          <a:p>
            <a:pPr lvl="2"/>
            <a:r>
              <a:rPr lang="en-US" altLang="ja-JP"/>
              <a:t> Third </a:t>
            </a:r>
            <a:r>
              <a:rPr lang="ja-JP" altLang="en-US"/>
              <a:t>level</a:t>
            </a:r>
          </a:p>
          <a:p>
            <a:pPr lvl="3"/>
            <a:r>
              <a:rPr lang="en-US" altLang="ja-JP"/>
              <a:t> 4th </a:t>
            </a:r>
            <a:r>
              <a:rPr lang="ja-JP" altLang="en-US"/>
              <a:t>level</a:t>
            </a:r>
          </a:p>
          <a:p>
            <a:pPr lvl="4"/>
            <a:r>
              <a:rPr lang="en-US" altLang="ja-JP"/>
              <a:t> 5th </a:t>
            </a:r>
            <a:r>
              <a:rPr lang="ja-JP" altLang="en-US"/>
              <a:t>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911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oonlightsbreath2025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dustrial_Revoluti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naix.com/industry-4-0-the-fourth-industrial-revolution/" TargetMode="External"/><Relationship Id="rId4" Type="http://schemas.openxmlformats.org/officeDocument/2006/relationships/hyperlink" Target="https://en.wikipedia.org/wiki/Fourth_Industrial_Revoluti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Relationship-between-artificial-intelligence-machine-learning-neural-network-and-deep_fig3_35412442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imindlabs.com.au/ds/dl/1_models/2-cnn/3_alexne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rdome.com/blog-posts/difference-speech-and-voice-recognit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t-trend.jp/textmining/article/124-0027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ameronrwolfe.substack.com/p/llm-scaling-law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44852C-5068-BF89-89A9-92D78C0E0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0713" y="1314259"/>
            <a:ext cx="9574306" cy="1872693"/>
          </a:xfrm>
        </p:spPr>
        <p:txBody>
          <a:bodyPr>
            <a:normAutofit fontScale="90000"/>
          </a:bodyPr>
          <a:lstStyle/>
          <a:p>
            <a:pPr algn="ctr"/>
            <a:r>
              <a:rPr kumimoji="1" lang="ja-JP" altLang="en-US" sz="4400" dirty="0">
                <a:latin typeface="+mn-ea"/>
                <a:ea typeface="+mn-ea"/>
              </a:rPr>
              <a:t>Introducing </a:t>
            </a:r>
            <a:r>
              <a:rPr kumimoji="1" lang="en-US" altLang="ja-JP" sz="4400" dirty="0">
                <a:latin typeface="+mn-ea"/>
                <a:ea typeface="+mn-ea"/>
              </a:rPr>
              <a:t>AI </a:t>
            </a:r>
            <a:r>
              <a:rPr kumimoji="1" lang="ja-JP" altLang="en-US" sz="4400" dirty="0">
                <a:latin typeface="+mn-ea"/>
                <a:ea typeface="+mn-ea"/>
              </a:rPr>
              <a:t>to Small and Medium-Sized Recruitment </a:t>
            </a:r>
            <a:r>
              <a:rPr kumimoji="1" lang="en-US" altLang="ja-JP" sz="4400" dirty="0">
                <a:latin typeface="+mn-ea"/>
                <a:ea typeface="+mn-ea"/>
              </a:rPr>
              <a:t>Companie</a:t>
            </a:r>
            <a:r>
              <a:rPr kumimoji="1" lang="ja-JP" altLang="en-US" sz="4400" dirty="0">
                <a:latin typeface="+mn-ea"/>
                <a:ea typeface="+mn-ea"/>
              </a:rPr>
              <a:t>s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6A3DF47-E48A-D8A2-C510-7819793A1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2101" y="3823587"/>
            <a:ext cx="1701052" cy="432407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ja-JP" sz="2000" dirty="0" err="1">
                <a:latin typeface="+mn-ea"/>
                <a:hlinkClick r:id="rId2"/>
              </a:rPr>
              <a:t>Moonlightsbreath</a:t>
            </a:r>
            <a:endParaRPr lang="en-US" altLang="ja-JP" sz="2000" dirty="0"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F5CC2DA-FF8A-6429-5669-9FD41568144B}"/>
              </a:ext>
            </a:extLst>
          </p:cNvPr>
          <p:cNvSpPr txBox="1"/>
          <p:nvPr/>
        </p:nvSpPr>
        <p:spPr>
          <a:xfrm>
            <a:off x="5449421" y="4255994"/>
            <a:ext cx="1546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2025/10/09</a:t>
            </a:r>
            <a:endParaRPr kumimoji="1" lang="en-US" altLang="ja-JP" sz="1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6693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1A4E70-CD02-EFEE-D0FE-ADE84B718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kumimoji="1" lang="ja-JP" altLang="en-US" dirty="0"/>
              <a:t>Introduction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97146B-1203-B61E-9472-5758DA67F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8915400" cy="4506965"/>
          </a:xfrm>
        </p:spPr>
        <p:txBody>
          <a:bodyPr/>
          <a:lstStyle/>
          <a:p>
            <a:r>
              <a:rPr lang="ja-JP" altLang="en-US" dirty="0"/>
              <a:t> Objective statement: To acquire basic knowledge of </a:t>
            </a:r>
            <a:r>
              <a:rPr lang="en-US" altLang="ja-JP" dirty="0"/>
              <a:t>AI </a:t>
            </a:r>
            <a:r>
              <a:rPr lang="ja-JP" altLang="en-US" dirty="0"/>
              <a:t>and to provide an opportunity to consider the possibility of using AI in their own business.</a:t>
            </a:r>
          </a:p>
          <a:p>
            <a:r>
              <a:rPr lang="ja-JP" altLang="en-US" dirty="0"/>
              <a:t> Recognition of current situation: Growing interest in </a:t>
            </a:r>
            <a:r>
              <a:rPr lang="en-US" altLang="ja-JP" dirty="0"/>
              <a:t>AI in </a:t>
            </a:r>
            <a:r>
              <a:rPr lang="ja-JP" altLang="en-US" dirty="0"/>
              <a:t>the recruitment industry and expected benefits (increased business efficiency, improved matching accuracy, new value creation).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266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E423B-FD52-8331-ED20-2BB51A902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0A1985-968C-6D7E-BFFB-A01B8EDD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lang="ja-JP" altLang="en-US" dirty="0"/>
              <a:t>Agenda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5DE5AC-B837-68B3-1D23-294F47110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8915400" cy="4506965"/>
          </a:xfrm>
        </p:spPr>
        <p:txBody>
          <a:bodyPr/>
          <a:lstStyle/>
          <a:p>
            <a:r>
              <a:rPr lang="en-US" altLang="ja-JP" dirty="0"/>
              <a:t>1. </a:t>
            </a:r>
            <a:r>
              <a:rPr lang="ja-JP" altLang="en-US" dirty="0"/>
              <a:t>basics of </a:t>
            </a:r>
            <a:r>
              <a:rPr lang="en-US" altLang="ja-JP" dirty="0"/>
              <a:t>AI </a:t>
            </a:r>
          </a:p>
          <a:p>
            <a:r>
              <a:rPr lang="en-US" altLang="ja-JP" dirty="0"/>
              <a:t>2. </a:t>
            </a:r>
            <a:r>
              <a:rPr lang="ja-JP" altLang="en-US" dirty="0"/>
              <a:t>latest </a:t>
            </a:r>
            <a:r>
              <a:rPr lang="en-US" altLang="ja-JP" dirty="0"/>
              <a:t>AI </a:t>
            </a:r>
            <a:r>
              <a:rPr lang="ja-JP" altLang="en-US" dirty="0"/>
              <a:t>technology trends and business applications</a:t>
            </a:r>
          </a:p>
          <a:p>
            <a:r>
              <a:rPr lang="en-US" altLang="ja-JP" dirty="0"/>
              <a:t>3. </a:t>
            </a:r>
            <a:r>
              <a:rPr lang="ja-JP" altLang="en-US" dirty="0"/>
              <a:t>scenario of </a:t>
            </a:r>
            <a:r>
              <a:rPr lang="en-US" altLang="ja-JP" dirty="0"/>
              <a:t>AI </a:t>
            </a:r>
            <a:r>
              <a:rPr lang="ja-JP" altLang="en-US" dirty="0"/>
              <a:t>application in the recruitment industry</a:t>
            </a:r>
          </a:p>
          <a:p>
            <a:r>
              <a:rPr lang="en-US" altLang="ja-JP" dirty="0"/>
              <a:t>4. </a:t>
            </a:r>
            <a:r>
              <a:rPr lang="ja-JP" altLang="en-US" dirty="0"/>
              <a:t>first steps for </a:t>
            </a:r>
            <a:r>
              <a:rPr lang="en-US" altLang="ja-JP" dirty="0"/>
              <a:t>AI </a:t>
            </a:r>
            <a:r>
              <a:rPr lang="ja-JP" altLang="en-US" dirty="0"/>
              <a:t>implementation and utilization</a:t>
            </a:r>
          </a:p>
        </p:txBody>
      </p:sp>
    </p:spTree>
    <p:extLst>
      <p:ext uri="{BB962C8B-B14F-4D97-AF65-F5344CB8AC3E}">
        <p14:creationId xmlns:p14="http://schemas.microsoft.com/office/powerpoint/2010/main" val="319342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A15A9-6235-5AC0-3B31-78E8E142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DCC740-8902-AB34-38E2-9C57A05AE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kumimoji="1" lang="en-US" altLang="ja-JP" dirty="0"/>
              <a:t>1. </a:t>
            </a:r>
            <a:r>
              <a:rPr kumimoji="1" lang="ja-JP" altLang="en-US" dirty="0"/>
              <a:t>what is </a:t>
            </a:r>
            <a:r>
              <a:rPr kumimoji="1" lang="en-US" altLang="ja-JP" dirty="0"/>
              <a:t>AI?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743EE7-F1FA-D7DF-0238-049137F1D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8915400" cy="4506965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b="1" dirty="0"/>
              <a:t> What is </a:t>
            </a:r>
            <a:r>
              <a:rPr lang="en-US" altLang="ja-JP" b="1" dirty="0"/>
              <a:t>AI</a:t>
            </a:r>
            <a:r>
              <a:rPr lang="ja-JP" altLang="en-US" b="1" dirty="0"/>
              <a:t>?</a:t>
            </a:r>
            <a:endParaRPr lang="ja-JP" altLang="en-US" dirty="0"/>
          </a:p>
          <a:p>
            <a:pPr lvl="1"/>
            <a:r>
              <a:rPr lang="ja-JP" altLang="en-US" dirty="0"/>
              <a:t> Definition: computer mimicry of human intellectual activity.</a:t>
            </a:r>
          </a:p>
          <a:p>
            <a:pPr lvl="1"/>
            <a:r>
              <a:rPr lang="ja-JP" altLang="en-US" dirty="0"/>
              <a:t> Historical overview: after boom and winter periods, why is it gaining attention now (evolution of data, computational power, algorithms)?</a:t>
            </a:r>
          </a:p>
          <a:p>
            <a:r>
              <a:rPr lang="ja-JP" altLang="en-US" b="1" dirty="0"/>
              <a:t> Machine Learning</a:t>
            </a:r>
            <a:endParaRPr lang="en-US" altLang="ja-JP" b="1" dirty="0"/>
          </a:p>
          <a:p>
            <a:pPr marL="457200" lvl="1" indent="0">
              <a:buNone/>
            </a:pPr>
            <a:r>
              <a:rPr lang="ja-JP" altLang="en-US" dirty="0"/>
              <a:t> Clarify that it is the core technology of </a:t>
            </a:r>
            <a:r>
              <a:rPr lang="en-US" altLang="ja-JP" dirty="0"/>
              <a:t>AI</a:t>
            </a:r>
            <a:r>
              <a:rPr lang="ja-JP" altLang="en-US" dirty="0"/>
              <a:t>.</a:t>
            </a:r>
          </a:p>
          <a:p>
            <a:pPr lvl="1"/>
            <a:r>
              <a:rPr lang="ja-JP" altLang="en-US" b="1" dirty="0"/>
              <a:t> Supervised learning</a:t>
            </a:r>
            <a:r>
              <a:rPr lang="ja-JP" altLang="en-US" dirty="0"/>
              <a:t>:</a:t>
            </a:r>
          </a:p>
          <a:p>
            <a:pPr lvl="2"/>
            <a:r>
              <a:rPr lang="ja-JP" altLang="en-US" dirty="0"/>
              <a:t> E.g., recommending the best jobs based on resume data, </a:t>
            </a:r>
            <a:r>
              <a:rPr lang="ja-JP" altLang="en-US" b="1" dirty="0"/>
              <a:t>predicting the probability of successful hiring based on historical decision </a:t>
            </a:r>
            <a:r>
              <a:rPr lang="ja-JP" altLang="en-US" dirty="0"/>
              <a:t>data.</a:t>
            </a:r>
          </a:p>
          <a:p>
            <a:pPr lvl="2"/>
            <a:r>
              <a:rPr lang="ja-JP" altLang="en-US" dirty="0"/>
              <a:t> Importance of teaching "correct data."</a:t>
            </a:r>
          </a:p>
          <a:p>
            <a:pPr lvl="1"/>
            <a:r>
              <a:rPr lang="ja-JP" altLang="en-US" b="1" dirty="0"/>
              <a:t> Unsupervised learning</a:t>
            </a:r>
            <a:r>
              <a:rPr lang="ja-JP" altLang="en-US" dirty="0"/>
              <a:t>:</a:t>
            </a:r>
          </a:p>
          <a:p>
            <a:pPr lvl="2"/>
            <a:r>
              <a:rPr lang="ja-JP" altLang="en-US" dirty="0"/>
              <a:t> Example: Extracting groups of</a:t>
            </a:r>
            <a:r>
              <a:rPr lang="ja-JP" altLang="en-US" b="1" dirty="0"/>
              <a:t> candidates with</a:t>
            </a:r>
            <a:r>
              <a:rPr lang="ja-JP" altLang="en-US" dirty="0"/>
              <a:t> similar skill sets from a large number of resumes.</a:t>
            </a:r>
          </a:p>
          <a:p>
            <a:pPr lvl="2"/>
            <a:r>
              <a:rPr lang="ja-JP" altLang="en-US" dirty="0"/>
              <a:t> Discovering structures and patterns in the data.</a:t>
            </a:r>
          </a:p>
          <a:p>
            <a:pPr lvl="1"/>
            <a:r>
              <a:rPr lang="ja-JP" altLang="en-US" b="1" dirty="0"/>
              <a:t> Reinforcement learning</a:t>
            </a:r>
            <a:r>
              <a:rPr lang="ja-JP" altLang="en-US" dirty="0"/>
              <a:t>:</a:t>
            </a:r>
          </a:p>
          <a:p>
            <a:pPr lvl="2"/>
            <a:r>
              <a:rPr lang="ja-JP" altLang="en-US" dirty="0"/>
              <a:t> (less direct application in recruiting, but touched on as a concept) </a:t>
            </a:r>
            <a:r>
              <a:rPr lang="ja-JP" altLang="en-US" b="1" dirty="0"/>
              <a:t>Learning optimal behavior through trial and </a:t>
            </a:r>
            <a:r>
              <a:rPr lang="ja-JP" altLang="en-US" dirty="0"/>
              <a:t>error.</a:t>
            </a:r>
          </a:p>
          <a:p>
            <a:r>
              <a:rPr lang="ja-JP" altLang="en-US" b="1" dirty="0"/>
              <a:t> Impact of Deep Learning (Deep Learning)</a:t>
            </a:r>
            <a:endParaRPr lang="ja-JP" altLang="en-US" dirty="0"/>
          </a:p>
          <a:p>
            <a:pPr lvl="1"/>
            <a:r>
              <a:rPr lang="ja-JP" altLang="en-US" dirty="0"/>
              <a:t> A type of machine learning, specifically a multi-layered neural network that mimics the structure of the human brain.</a:t>
            </a: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 Brief description of breakthroughs in image recognition, speech recognition, and natural language processing.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7896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3FF25D-97C7-2AF2-9DED-7AD78669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16861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Industry Revolution (IR)</a:t>
            </a:r>
            <a:endParaRPr kumimoji="1" lang="ja-JP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9FD2C79-A672-913B-77F1-D2FBAECDB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824" y="2080903"/>
            <a:ext cx="5966022" cy="289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1FD74F-B6C4-F318-F719-7B6850D151BB}"/>
              </a:ext>
            </a:extLst>
          </p:cNvPr>
          <p:cNvSpPr txBox="1"/>
          <p:nvPr/>
        </p:nvSpPr>
        <p:spPr>
          <a:xfrm>
            <a:off x="9490165" y="6347884"/>
            <a:ext cx="2701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600" dirty="0"/>
              <a:t> Source:</a:t>
            </a:r>
          </a:p>
          <a:p>
            <a:r>
              <a:rPr lang="fr-FR" altLang="ja-JP" sz="600" dirty="0">
                <a:hlinkClick r:id="rId3"/>
              </a:rPr>
              <a:t> https://en.wikipedia.org/wiki/Industrial_Revolution </a:t>
            </a:r>
          </a:p>
          <a:p>
            <a:r>
              <a:rPr lang="fr-FR" altLang="ja-JP" sz="600" dirty="0">
                <a:hlinkClick r:id="rId4"/>
              </a:rPr>
              <a:t> https://en.wikipedia.org/wiki/Fourth_Industrial_Revolution </a:t>
            </a:r>
          </a:p>
          <a:p>
            <a:r>
              <a:rPr lang="fr-FR" altLang="ja-JP" sz="600" dirty="0">
                <a:hlinkClick r:id="rId5"/>
              </a:rPr>
              <a:t> https://www.renaix.com/industry-4-0-the-fourth-industrial-revolution/ </a:t>
            </a:r>
            <a:endParaRPr lang="ja-JP" altLang="en-US" sz="6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99D44D-A632-EF33-FA04-2A14A1972B7A}"/>
              </a:ext>
            </a:extLst>
          </p:cNvPr>
          <p:cNvSpPr txBox="1"/>
          <p:nvPr/>
        </p:nvSpPr>
        <p:spPr>
          <a:xfrm>
            <a:off x="3193869" y="5118972"/>
            <a:ext cx="147610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 IR 1.0 (18</a:t>
            </a:r>
            <a:r>
              <a:rPr lang="en-US" altLang="zh-CN" sz="1200" baseline="30000" dirty="0"/>
              <a:t>th</a:t>
            </a:r>
            <a:r>
              <a:rPr lang="en-US" altLang="zh-CN" sz="1200" dirty="0"/>
              <a:t> century to the middle of the 19th</a:t>
            </a:r>
            <a:r>
              <a:rPr lang="en-US" altLang="zh-CN" sz="1200" baseline="30000" dirty="0"/>
              <a:t>th</a:t>
            </a:r>
            <a:r>
              <a:rPr lang="en-US" altLang="zh-CN" sz="1200" dirty="0"/>
              <a:t> century</a:t>
            </a:r>
            <a:r>
              <a:rPr lang="en-US" altLang="ja-JP" sz="1200" dirty="0"/>
              <a:t>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79A193-9F82-D8AA-4D3E-94EB1C1A29B2}"/>
              </a:ext>
            </a:extLst>
          </p:cNvPr>
          <p:cNvSpPr txBox="1"/>
          <p:nvPr/>
        </p:nvSpPr>
        <p:spPr>
          <a:xfrm>
            <a:off x="4743994" y="5111008"/>
            <a:ext cx="1389017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 IR 2.0 (the late 19th century to the early 20th century)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3AA1899-1687-5AC1-F46F-F88FFF612AC5}"/>
              </a:ext>
            </a:extLst>
          </p:cNvPr>
          <p:cNvSpPr txBox="1"/>
          <p:nvPr/>
        </p:nvSpPr>
        <p:spPr>
          <a:xfrm>
            <a:off x="6207033" y="5118972"/>
            <a:ext cx="1389017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 IR 3.0 (the late 20th century to about 2015)</a:t>
            </a:r>
          </a:p>
          <a:p>
            <a:endParaRPr lang="en-US" altLang="ja-JP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2AD34A0-620F-3F4C-4D1C-835EFC5677D5}"/>
              </a:ext>
            </a:extLst>
          </p:cNvPr>
          <p:cNvSpPr txBox="1"/>
          <p:nvPr/>
        </p:nvSpPr>
        <p:spPr>
          <a:xfrm>
            <a:off x="7670072" y="5118972"/>
            <a:ext cx="1389017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 IR 4.0 (about 2015 ~)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F3E06B2F-E7FB-8B7F-C9A1-C9999207B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9753"/>
            <a:ext cx="8915400" cy="369333"/>
          </a:xfrm>
        </p:spPr>
        <p:txBody>
          <a:bodyPr/>
          <a:lstStyle/>
          <a:p>
            <a:r>
              <a:rPr kumimoji="1" lang="en-US" altLang="ja-JP" dirty="0"/>
              <a:t> Four phases in IR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C32749-A6E3-AD37-FBB5-BA82E570B39B}"/>
              </a:ext>
            </a:extLst>
          </p:cNvPr>
          <p:cNvSpPr txBox="1"/>
          <p:nvPr/>
        </p:nvSpPr>
        <p:spPr>
          <a:xfrm>
            <a:off x="589722" y="125896"/>
            <a:ext cx="3180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 Contents of </a:t>
            </a:r>
            <a:r>
              <a:rPr kumimoji="1" lang="en-US" altLang="ja-JP" b="1" dirty="0"/>
              <a:t>[</a:t>
            </a:r>
            <a:r>
              <a:rPr kumimoji="1" lang="ja-JP" altLang="en-US" b="1" dirty="0"/>
              <a:t>reference material</a:t>
            </a:r>
          </a:p>
        </p:txBody>
      </p:sp>
    </p:spTree>
    <p:extLst>
      <p:ext uri="{BB962C8B-B14F-4D97-AF65-F5344CB8AC3E}">
        <p14:creationId xmlns:p14="http://schemas.microsoft.com/office/powerpoint/2010/main" val="421549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AA085E-900E-DF44-26DC-B8F56BEF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18890"/>
          </a:xfrm>
        </p:spPr>
        <p:txBody>
          <a:bodyPr>
            <a:normAutofit fontScale="90000"/>
          </a:bodyPr>
          <a:lstStyle/>
          <a:p>
            <a:r>
              <a:rPr kumimoji="1" lang="fr-FR" altLang="ja-JP" dirty="0" err="1">
                <a:latin typeface="+mn-ea"/>
                <a:ea typeface="+mn-ea"/>
              </a:rPr>
              <a:t>What is </a:t>
            </a:r>
            <a:r>
              <a:rPr kumimoji="1" lang="fr-FR" altLang="ja-JP" dirty="0">
                <a:latin typeface="+mn-ea"/>
                <a:ea typeface="+mn-ea"/>
              </a:rPr>
              <a:t>AI?</a:t>
            </a:r>
            <a:br>
              <a:rPr kumimoji="1" lang="fr-FR" altLang="ja-JP" dirty="0">
                <a:latin typeface="+mn-ea"/>
                <a:ea typeface="+mn-ea"/>
              </a:rPr>
            </a:br>
            <a:endParaRPr kumimoji="1" lang="ja-JP" altLang="en-US" dirty="0">
              <a:latin typeface="+mn-ea"/>
              <a:ea typeface="+mn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61EC2D-7430-47FC-401D-5DBB42079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215" y="1221377"/>
            <a:ext cx="5279625" cy="5354719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ja-JP" sz="1600" dirty="0">
                <a:solidFill>
                  <a:schemeClr val="tx1"/>
                </a:solidFill>
                <a:latin typeface="+mn-ea"/>
              </a:rPr>
              <a:t> A field that includes </a:t>
            </a:r>
            <a:r>
              <a:rPr kumimoji="1" lang="en-US" altLang="ja-JP" sz="1600" b="1" dirty="0">
                <a:solidFill>
                  <a:schemeClr val="tx1"/>
                </a:solidFill>
                <a:latin typeface="+mn-ea"/>
              </a:rPr>
              <a:t>machine learning </a:t>
            </a:r>
            <a:r>
              <a:rPr kumimoji="1" lang="en-US" altLang="ja-JP" sz="1600" dirty="0">
                <a:solidFill>
                  <a:schemeClr val="tx1"/>
                </a:solidFill>
                <a:latin typeface="+mn-ea"/>
              </a:rPr>
              <a:t>and </a:t>
            </a:r>
            <a:r>
              <a:rPr kumimoji="1" lang="en-US" altLang="ja-JP" sz="1600" b="1" dirty="0">
                <a:solidFill>
                  <a:schemeClr val="tx1"/>
                </a:solidFill>
                <a:latin typeface="+mn-ea"/>
              </a:rPr>
              <a:t>neural networks</a:t>
            </a:r>
            <a:r>
              <a:rPr kumimoji="1" lang="en-US" altLang="ja-JP" sz="16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lvl="1"/>
            <a:r>
              <a:rPr lang="en-US" altLang="ja-JP" sz="1500" dirty="0">
                <a:solidFill>
                  <a:schemeClr val="tx1"/>
                </a:solidFill>
                <a:latin typeface="+mn-ea"/>
              </a:rPr>
              <a:t> Machine Learning (ML)</a:t>
            </a:r>
          </a:p>
          <a:p>
            <a:pPr lvl="2"/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 Has strong background on programming, algorithm development, statistical methodologies, and big data analytics. analytics. </a:t>
            </a:r>
          </a:p>
          <a:p>
            <a:pPr lvl="2"/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 Compared to deep learning, some people call it </a:t>
            </a:r>
            <a:r>
              <a:rPr lang="en-US" altLang="ja-JP" sz="1300" b="1" dirty="0">
                <a:solidFill>
                  <a:schemeClr val="tx1"/>
                </a:solidFill>
                <a:latin typeface="+mn-ea"/>
              </a:rPr>
              <a:t>shallow machine learning</a:t>
            </a:r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lvl="1"/>
            <a:r>
              <a:rPr lang="en-US" altLang="ja-JP" sz="1500" dirty="0">
                <a:solidFill>
                  <a:schemeClr val="tx1"/>
                </a:solidFill>
                <a:latin typeface="+mn-ea"/>
              </a:rPr>
              <a:t> Neural Network (NN)/Artificial Neural Network (ANN)</a:t>
            </a:r>
            <a:endParaRPr kumimoji="1" lang="en-US" altLang="ja-JP" sz="1500" dirty="0">
              <a:solidFill>
                <a:schemeClr val="tx1"/>
              </a:solidFill>
              <a:latin typeface="+mn-ea"/>
            </a:endParaRPr>
          </a:p>
          <a:p>
            <a:pPr lvl="2"/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 A technique to process data in a way that </a:t>
            </a:r>
            <a:r>
              <a:rPr lang="en-US" altLang="ja-JP" sz="1300" b="1" dirty="0">
                <a:solidFill>
                  <a:schemeClr val="tx1"/>
                </a:solidFill>
                <a:latin typeface="+mn-ea"/>
              </a:rPr>
              <a:t>mimics the human brain</a:t>
            </a:r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. neural networks can </a:t>
            </a:r>
            <a:r>
              <a:rPr lang="en-US" altLang="ja-JP" sz="1300" b="1" dirty="0">
                <a:solidFill>
                  <a:schemeClr val="tx1"/>
                </a:solidFill>
                <a:latin typeface="+mn-ea"/>
              </a:rPr>
              <a:t>learn from experience </a:t>
            </a:r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and </a:t>
            </a:r>
            <a:r>
              <a:rPr lang="en-US" altLang="ja-JP" sz="1300" b="1" dirty="0">
                <a:solidFill>
                  <a:schemeClr val="tx1"/>
                </a:solidFill>
                <a:latin typeface="+mn-ea"/>
              </a:rPr>
              <a:t>identify patterns </a:t>
            </a:r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in data. </a:t>
            </a:r>
          </a:p>
          <a:p>
            <a:pPr lvl="3"/>
            <a:r>
              <a:rPr lang="en-US" altLang="ja-JP" sz="1100" b="1" dirty="0">
                <a:solidFill>
                  <a:schemeClr val="tx1"/>
                </a:solidFill>
                <a:latin typeface="+mn-ea"/>
              </a:rPr>
              <a:t> Multi-layer perceptron (MLP)</a:t>
            </a:r>
            <a:endParaRPr lang="en-US" altLang="ja-JP" sz="1100" dirty="0">
              <a:solidFill>
                <a:schemeClr val="tx1"/>
              </a:solidFill>
              <a:latin typeface="+mn-ea"/>
            </a:endParaRPr>
          </a:p>
          <a:p>
            <a:pPr lvl="4"/>
            <a:r>
              <a:rPr lang="en-US" altLang="ja-JP" sz="1100" b="1" dirty="0">
                <a:solidFill>
                  <a:schemeClr val="tx1"/>
                </a:solidFill>
                <a:latin typeface="+mn-ea"/>
              </a:rPr>
              <a:t> Fully connected/dense layer feedforward networks</a:t>
            </a:r>
            <a:r>
              <a:rPr lang="en-US" altLang="ja-JP" sz="1100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ja-JP" dirty="0">
                <a:solidFill>
                  <a:schemeClr val="tx1"/>
                </a:solidFill>
                <a:latin typeface="Google Sans"/>
              </a:rPr>
              <a:t>Each node connects to all nodes in the next layer. </a:t>
            </a:r>
            <a:endParaRPr lang="en-US" altLang="ja-JP" sz="1100" dirty="0">
              <a:solidFill>
                <a:schemeClr val="tx1"/>
              </a:solidFill>
              <a:latin typeface="+mn-ea"/>
            </a:endParaRPr>
          </a:p>
          <a:p>
            <a:pPr lvl="4"/>
            <a:r>
              <a:rPr lang="en-US" altLang="ja-JP" sz="1100" b="1" dirty="0">
                <a:solidFill>
                  <a:schemeClr val="tx1"/>
                </a:solidFill>
                <a:latin typeface="+mn-ea"/>
              </a:rPr>
              <a:t> At least three layers of nodes</a:t>
            </a:r>
            <a:r>
              <a:rPr lang="en-US" altLang="ja-JP" sz="1100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ja-JP" dirty="0">
                <a:solidFill>
                  <a:schemeClr val="tx1"/>
                </a:solidFill>
                <a:latin typeface="Google Sans"/>
              </a:rPr>
              <a:t>An input layer, one or more hidden layers, and an output layer. </a:t>
            </a:r>
          </a:p>
          <a:p>
            <a:pPr lvl="4"/>
            <a:r>
              <a:rPr lang="en-US" altLang="ja-JP" sz="1100" b="1" dirty="0">
                <a:solidFill>
                  <a:schemeClr val="tx1"/>
                </a:solidFill>
                <a:latin typeface="+mn-ea"/>
              </a:rPr>
              <a:t> Non-linear Activation function</a:t>
            </a:r>
            <a:r>
              <a:rPr lang="en-US" altLang="ja-JP" sz="1100" dirty="0">
                <a:solidFill>
                  <a:schemeClr val="tx1"/>
                </a:solidFill>
                <a:latin typeface="+mn-ea"/>
              </a:rPr>
              <a:t>: to learn more complex patterns that are not possible with a purely linear model.</a:t>
            </a:r>
            <a:endParaRPr lang="en-US" altLang="ja-JP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ja-JP" sz="1800" i="0" dirty="0">
                <a:solidFill>
                  <a:schemeClr val="tx1"/>
                </a:solidFill>
                <a:effectLst/>
                <a:latin typeface="+mn-ea"/>
              </a:rPr>
              <a:t> Deep learning</a:t>
            </a:r>
          </a:p>
          <a:p>
            <a:pPr lvl="2"/>
            <a:r>
              <a:rPr kumimoji="1" lang="en-US" altLang="ja-JP" sz="1200" dirty="0">
                <a:solidFill>
                  <a:schemeClr val="tx1"/>
                </a:solidFill>
                <a:latin typeface="+mn-ea"/>
              </a:rPr>
              <a:t> More than tens or even hundreds of layers</a:t>
            </a:r>
          </a:p>
          <a:p>
            <a:pPr lvl="2"/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 More complicated structures to enhance the problems of neural networks</a:t>
            </a:r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Picture 2" descr="Relationship between artificial intelligence, machine learning, neural network, and deep learning. MLP: multilayer perception; CNN: convolutional neural network; RNN: recurrent neural network; DBN: deep belief network; GAN: generative adversative network.">
            <a:extLst>
              <a:ext uri="{FF2B5EF4-FFF2-40B4-BE49-F238E27FC236}">
                <a16:creationId xmlns:a16="http://schemas.microsoft.com/office/drawing/2014/main" id="{17D8991C-FE30-4135-92B5-5462907FC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151" y="293587"/>
            <a:ext cx="2918461" cy="288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2721E4-1E94-65D8-91B7-B7F5FE0D0EAB}"/>
              </a:ext>
            </a:extLst>
          </p:cNvPr>
          <p:cNvSpPr txBox="1"/>
          <p:nvPr/>
        </p:nvSpPr>
        <p:spPr>
          <a:xfrm>
            <a:off x="6365869" y="6654473"/>
            <a:ext cx="582613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600" dirty="0"/>
              <a:t> Source: </a:t>
            </a:r>
            <a:r>
              <a:rPr lang="ja-JP" altLang="en-US" sz="600" dirty="0">
                <a:hlinkClick r:id="rId3"/>
              </a:rPr>
              <a:t>https://www.researchgate.net/figure/Relationship-between-artificial-intelligence-machine-learning-neural-network-and-deep_ </a:t>
            </a:r>
            <a:r>
              <a:rPr lang="ja-JP" altLang="en-US" sz="600" dirty="0"/>
              <a:t>fig3_354124420 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3993D5-5A6B-94B6-5383-EA3F952CFB48}"/>
              </a:ext>
            </a:extLst>
          </p:cNvPr>
          <p:cNvSpPr txBox="1"/>
          <p:nvPr/>
        </p:nvSpPr>
        <p:spPr>
          <a:xfrm>
            <a:off x="8549934" y="3186320"/>
            <a:ext cx="3076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ja-JP" sz="900" b="1" i="0" dirty="0">
                <a:solidFill>
                  <a:srgbClr val="111111"/>
                </a:solidFill>
                <a:effectLst/>
                <a:latin typeface="+mn-ea"/>
              </a:rPr>
              <a:t> Relationship </a:t>
            </a:r>
            <a:r>
              <a:rPr lang="fr-FR" altLang="ja-JP" sz="900" b="1" i="0" dirty="0" err="1">
                <a:solidFill>
                  <a:srgbClr val="111111"/>
                </a:solidFill>
                <a:effectLst/>
                <a:latin typeface="+mn-ea"/>
              </a:rPr>
              <a:t>between artificial </a:t>
            </a:r>
            <a:r>
              <a:rPr lang="fr-FR" altLang="ja-JP" sz="900" b="1" i="0" dirty="0">
                <a:solidFill>
                  <a:srgbClr val="111111"/>
                </a:solidFill>
                <a:effectLst/>
                <a:latin typeface="+mn-ea"/>
              </a:rPr>
              <a:t>intelligence, machine </a:t>
            </a:r>
            <a:r>
              <a:rPr lang="fr-FR" altLang="ja-JP" sz="900" b="1" i="0" dirty="0" err="1">
                <a:solidFill>
                  <a:srgbClr val="111111"/>
                </a:solidFill>
                <a:effectLst/>
                <a:latin typeface="+mn-ea"/>
              </a:rPr>
              <a:t>learning</a:t>
            </a:r>
            <a:r>
              <a:rPr lang="fr-FR" altLang="ja-JP" sz="900" b="1" i="0" dirty="0">
                <a:solidFill>
                  <a:srgbClr val="111111"/>
                </a:solidFill>
                <a:effectLst/>
                <a:latin typeface="+mn-ea"/>
              </a:rPr>
              <a:t>, neural networks, and </a:t>
            </a:r>
            <a:r>
              <a:rPr lang="fr-FR" altLang="ja-JP" sz="900" b="1" i="0" dirty="0" err="1">
                <a:solidFill>
                  <a:srgbClr val="111111"/>
                </a:solidFill>
                <a:effectLst/>
                <a:latin typeface="+mn-ea"/>
              </a:rPr>
              <a:t>deep learning</a:t>
            </a:r>
            <a:r>
              <a:rPr lang="fr-FR" altLang="ja-JP" sz="900" b="1" i="0" dirty="0">
                <a:solidFill>
                  <a:srgbClr val="111111"/>
                </a:solidFill>
                <a:effectLst/>
                <a:latin typeface="+mn-ea"/>
              </a:rPr>
              <a:t>. </a:t>
            </a:r>
          </a:p>
          <a:p>
            <a:endParaRPr lang="fr-FR" altLang="ja-JP" sz="900" dirty="0">
              <a:solidFill>
                <a:srgbClr val="111111"/>
              </a:solidFill>
              <a:latin typeface="+mn-ea"/>
            </a:endParaRPr>
          </a:p>
          <a:p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 (</a:t>
            </a:r>
            <a:r>
              <a:rPr lang="fr-FR" altLang="ja-JP" sz="900" i="0" dirty="0">
                <a:solidFill>
                  <a:srgbClr val="111111"/>
                </a:solidFill>
                <a:effectLst/>
                <a:latin typeface="+mn-ea"/>
              </a:rPr>
              <a:t>MLP: multi-layer </a:t>
            </a:r>
            <a:r>
              <a:rPr lang="fr-FR" altLang="ja-JP" sz="900" i="0" dirty="0" err="1">
                <a:solidFill>
                  <a:srgbClr val="111111"/>
                </a:solidFill>
                <a:effectLst/>
                <a:latin typeface="+mn-ea"/>
              </a:rPr>
              <a:t>perception/preceptron</a:t>
            </a:r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; CNN: </a:t>
            </a:r>
            <a:r>
              <a:rPr lang="fr-FR" altLang="ja-JP" sz="900" b="0" i="0" dirty="0" err="1">
                <a:solidFill>
                  <a:srgbClr val="111111"/>
                </a:solidFill>
                <a:effectLst/>
                <a:latin typeface="+mn-ea"/>
              </a:rPr>
              <a:t>convolutional </a:t>
            </a:r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neural network; RNN: </a:t>
            </a:r>
            <a:r>
              <a:rPr lang="fr-FR" altLang="ja-JP" sz="900" b="0" i="0" dirty="0" err="1">
                <a:solidFill>
                  <a:srgbClr val="111111"/>
                </a:solidFill>
                <a:effectLst/>
                <a:latin typeface="+mn-ea"/>
              </a:rPr>
              <a:t>recurrent </a:t>
            </a:r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neural network; DBN: </a:t>
            </a:r>
            <a:r>
              <a:rPr lang="fr-FR" altLang="ja-JP" sz="900" b="0" i="0" dirty="0" err="1">
                <a:solidFill>
                  <a:srgbClr val="111111"/>
                </a:solidFill>
                <a:effectLst/>
                <a:latin typeface="+mn-ea"/>
              </a:rPr>
              <a:t>deep belief </a:t>
            </a:r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network; GAN: generative adversative network) </a:t>
            </a:r>
            <a:r>
              <a:rPr lang="fr-FR" altLang="ja-JP" sz="900" b="0" i="0" dirty="0" err="1">
                <a:solidFill>
                  <a:srgbClr val="111111"/>
                </a:solidFill>
                <a:effectLst/>
                <a:latin typeface="+mn-ea"/>
              </a:rPr>
              <a:t>generative </a:t>
            </a:r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adversative network)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0EB34FB-5CBC-E9E0-5882-26BBDE1A986E}"/>
              </a:ext>
            </a:extLst>
          </p:cNvPr>
          <p:cNvSpPr/>
          <p:nvPr/>
        </p:nvSpPr>
        <p:spPr>
          <a:xfrm>
            <a:off x="9030354" y="773440"/>
            <a:ext cx="721069" cy="237513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1536925-3040-5752-9294-D23A25A24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8647" y="4938795"/>
            <a:ext cx="2237528" cy="140964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B9A2644-AE9F-6038-D22A-CBB87E275050}"/>
              </a:ext>
            </a:extLst>
          </p:cNvPr>
          <p:cNvSpPr txBox="1"/>
          <p:nvPr/>
        </p:nvSpPr>
        <p:spPr>
          <a:xfrm>
            <a:off x="8732743" y="6360652"/>
            <a:ext cx="2893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800" b="1" dirty="0">
                <a:latin typeface="+mn-ea"/>
              </a:rPr>
              <a:t> An </a:t>
            </a:r>
            <a:r>
              <a:rPr lang="fr-FR" altLang="ja-JP" sz="800" b="1" dirty="0" err="1">
                <a:latin typeface="+mn-ea"/>
              </a:rPr>
              <a:t>example of </a:t>
            </a:r>
            <a:r>
              <a:rPr lang="fr-FR" altLang="ja-JP" sz="800" b="1" dirty="0">
                <a:latin typeface="+mn-ea"/>
              </a:rPr>
              <a:t>MLP neural networks architecture</a:t>
            </a:r>
            <a:endParaRPr lang="ja-JP" altLang="en-US" sz="800" b="1" dirty="0">
              <a:latin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A2BAC3-088A-4795-81AF-26A856073D0A}"/>
              </a:ext>
            </a:extLst>
          </p:cNvPr>
          <p:cNvSpPr txBox="1"/>
          <p:nvPr/>
        </p:nvSpPr>
        <p:spPr>
          <a:xfrm>
            <a:off x="589722" y="125896"/>
            <a:ext cx="3180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 Contents of </a:t>
            </a:r>
            <a:r>
              <a:rPr kumimoji="1" lang="en-US" altLang="ja-JP" b="1" dirty="0"/>
              <a:t>[</a:t>
            </a:r>
            <a:r>
              <a:rPr kumimoji="1" lang="ja-JP" altLang="en-US" b="1" dirty="0"/>
              <a:t>reference material</a:t>
            </a:r>
          </a:p>
        </p:txBody>
      </p:sp>
    </p:spTree>
    <p:extLst>
      <p:ext uri="{BB962C8B-B14F-4D97-AF65-F5344CB8AC3E}">
        <p14:creationId xmlns:p14="http://schemas.microsoft.com/office/powerpoint/2010/main" val="3074592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CC3C4-2E69-36FF-B655-0F338A5C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D1AD73-9B7D-4DE2-BE95-B2D13906E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lang="en-US" altLang="ja-JP" dirty="0"/>
              <a:t>Image Recognition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E8C035-36B2-CE9D-E7CF-C4F42C3D2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8"/>
            <a:ext cx="8915400" cy="2213002"/>
          </a:xfrm>
        </p:spPr>
        <p:txBody>
          <a:bodyPr>
            <a:normAutofit lnSpcReduction="10000"/>
          </a:bodyPr>
          <a:lstStyle/>
          <a:p>
            <a:r>
              <a:rPr lang="ja-JP" altLang="en-US" b="1" dirty="0"/>
              <a:t> Breakthrough</a:t>
            </a:r>
            <a:r>
              <a:rPr lang="en-US" altLang="ja-JP" dirty="0"/>
              <a:t>: </a:t>
            </a:r>
            <a:r>
              <a:rPr lang="ja-JP" altLang="en-US" dirty="0"/>
              <a:t>In the </a:t>
            </a:r>
            <a:r>
              <a:rPr lang="en-US" altLang="ja-JP" dirty="0"/>
              <a:t>2012 ImageNet Large Scale Visual Recognition Challenge (ILSVRC</a:t>
            </a:r>
            <a:r>
              <a:rPr lang="ja-JP" altLang="en-US" dirty="0"/>
              <a:t>), a model using deep learning (</a:t>
            </a:r>
            <a:r>
              <a:rPr lang="en-US" altLang="ja-JP" dirty="0" err="1"/>
              <a:t>AlexNet</a:t>
            </a:r>
            <a:r>
              <a:rPr lang="ja-JP" altLang="en-US" dirty="0"/>
              <a:t>) </a:t>
            </a:r>
            <a:r>
              <a:rPr lang="ja-JP" altLang="en-US" b="1" dirty="0"/>
              <a:t>achieved recognition accuracy that outperformed traditional methods</a:t>
            </a:r>
            <a:r>
              <a:rPr lang="ja-JP" altLang="en-US" dirty="0"/>
              <a:t>. This enables computers to identify objects in photographs (e.g., cats, cars, faces, etc.) with equal or better accuracy than humans.</a:t>
            </a:r>
          </a:p>
          <a:p>
            <a:r>
              <a:rPr lang="ja-JP" altLang="en-US" b="1" dirty="0"/>
              <a:t> Impact</a:t>
            </a:r>
            <a:r>
              <a:rPr lang="en-US" altLang="ja-JP" dirty="0"/>
              <a:t>: </a:t>
            </a:r>
            <a:r>
              <a:rPr lang="ja-JP" altLang="en-US" dirty="0"/>
              <a:t>Accelerated practical applications in a wide range of fields, including automated driving, facial recognition, medical imaging, and anomaly detection.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E1D5E5E-6846-5A22-7769-6E7383699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968" y="3550498"/>
            <a:ext cx="4770474" cy="268339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015AA3-BF43-961F-7E32-D622D7962258}"/>
              </a:ext>
            </a:extLst>
          </p:cNvPr>
          <p:cNvSpPr txBox="1"/>
          <p:nvPr/>
        </p:nvSpPr>
        <p:spPr>
          <a:xfrm>
            <a:off x="8058437" y="6540151"/>
            <a:ext cx="42590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 Source: </a:t>
            </a:r>
            <a:r>
              <a:rPr lang="fr-FR" altLang="ja-JP" sz="900" dirty="0">
                <a:hlinkClick r:id="rId3"/>
              </a:rPr>
              <a:t>https:</a:t>
            </a:r>
            <a:r>
              <a:rPr lang="fr-FR" altLang="ja-JP" sz="900" dirty="0"/>
              <a:t>//wiki.imindlabs.com.au/ds/dl/1_models/2-cnn/3_alexnet/ </a:t>
            </a:r>
            <a:endParaRPr lang="ja-JP" altLang="en-US" sz="9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E773574-31BD-9126-40D5-0AF0DED43145}"/>
              </a:ext>
            </a:extLst>
          </p:cNvPr>
          <p:cNvSpPr txBox="1"/>
          <p:nvPr/>
        </p:nvSpPr>
        <p:spPr>
          <a:xfrm>
            <a:off x="6429945" y="6279298"/>
            <a:ext cx="11138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800" b="1" dirty="0" err="1">
                <a:latin typeface="+mn-ea"/>
              </a:rPr>
              <a:t> AlexNet</a:t>
            </a:r>
            <a:endParaRPr lang="ja-JP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0041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653C2-DC75-06F1-A18E-3CE94286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147292-2D5B-7D7A-088A-822314AD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lang="en-US" altLang="ja-JP" dirty="0"/>
              <a:t>Speech Recognition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4D4889-071D-161F-9739-2874C4F3B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8"/>
            <a:ext cx="8915400" cy="1957508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b="1" dirty="0"/>
              <a:t> Breakthrough</a:t>
            </a:r>
            <a:r>
              <a:rPr lang="en-US" altLang="ja-JP" dirty="0"/>
              <a:t>: </a:t>
            </a:r>
            <a:r>
              <a:rPr lang="ja-JP" altLang="en-US" dirty="0"/>
              <a:t>The introduction of deep learning has </a:t>
            </a:r>
            <a:r>
              <a:rPr lang="ja-JP" altLang="en-US" b="1" dirty="0"/>
              <a:t>dramatically improved the accuracy of speaker-independent general-purpose speech recognition.</a:t>
            </a:r>
            <a:r>
              <a:rPr lang="ja-JP" altLang="en-US" dirty="0"/>
              <a:t> In particular, it is now able to handle background noise and diverse accents, and has significantly reduced the rate of misrecognition.</a:t>
            </a:r>
          </a:p>
          <a:p>
            <a:r>
              <a:rPr lang="ja-JP" altLang="en-US" b="1" dirty="0"/>
              <a:t> Impact</a:t>
            </a:r>
            <a:r>
              <a:rPr lang="en-US" altLang="ja-JP" dirty="0"/>
              <a:t>: </a:t>
            </a:r>
            <a:r>
              <a:rPr lang="ja-JP" altLang="en-US" dirty="0"/>
              <a:t>Smart speakers, voice assistants on smartphones (</a:t>
            </a:r>
            <a:r>
              <a:rPr lang="en-US" altLang="ja-JP" dirty="0"/>
              <a:t>Siri, Google </a:t>
            </a:r>
            <a:r>
              <a:rPr lang="ja-JP" altLang="en-US" dirty="0"/>
              <a:t>Assistant, etc.), automated minutes taking, automated call center answering, etc. have become widespread and deeply embedded in our lives.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2B62D72-20BB-27DF-E9ED-B838A650A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847" y="3612455"/>
            <a:ext cx="5213340" cy="277484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7145FC-DEF5-78AF-3549-C05AE58B7CA6}"/>
              </a:ext>
            </a:extLst>
          </p:cNvPr>
          <p:cNvSpPr txBox="1"/>
          <p:nvPr/>
        </p:nvSpPr>
        <p:spPr>
          <a:xfrm>
            <a:off x="7513830" y="6600898"/>
            <a:ext cx="48238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dirty="0"/>
              <a:t> Source: </a:t>
            </a:r>
            <a:r>
              <a:rPr lang="fr-FR" altLang="ja-JP" sz="800" dirty="0">
                <a:hlinkClick r:id="rId4"/>
              </a:rPr>
              <a:t>https://www.kardome.com/blog-posts/difference-speech-and-voice-recognition </a:t>
            </a:r>
            <a:endParaRPr lang="ja-JP" altLang="en-US" sz="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433C139-4DD0-40D3-AC25-DFDF30479EFE}"/>
              </a:ext>
            </a:extLst>
          </p:cNvPr>
          <p:cNvSpPr txBox="1"/>
          <p:nvPr/>
        </p:nvSpPr>
        <p:spPr>
          <a:xfrm>
            <a:off x="6230630" y="6387297"/>
            <a:ext cx="15955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800" b="1" dirty="0">
                <a:latin typeface="+mn-ea"/>
              </a:rPr>
              <a:t> Speech Recognition</a:t>
            </a:r>
            <a:endParaRPr lang="ja-JP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8434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C716-D6C6-75FB-69A3-F51B22FC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C64FE0-41FD-0773-B80F-B478E328A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lang="en-US" altLang="zh-TW" dirty="0"/>
              <a:t>Natural Language Processing (NLP)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3A9660-DFAA-ABE4-A3CA-228977D15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8915400" cy="2589519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b="1" dirty="0"/>
              <a:t> Breakthroughs</a:t>
            </a:r>
            <a:r>
              <a:rPr lang="en-US" altLang="ja-JP" dirty="0"/>
              <a:t>: </a:t>
            </a:r>
            <a:r>
              <a:rPr lang="ja-JP" altLang="en-US" dirty="0"/>
              <a:t>The advent of deep learning, especially new architectures </a:t>
            </a:r>
            <a:r>
              <a:rPr lang="en-US" altLang="ja-JP" dirty="0"/>
              <a:t>such as Transformer</a:t>
            </a:r>
            <a:r>
              <a:rPr lang="ja-JP" altLang="en-US" dirty="0"/>
              <a:t>, has enabled computers to </a:t>
            </a:r>
            <a:r>
              <a:rPr lang="ja-JP" altLang="en-US" b="1" dirty="0"/>
              <a:t>better understand the meaning and context of words</a:t>
            </a:r>
            <a:r>
              <a:rPr lang="ja-JP" altLang="en-US" dirty="0"/>
              <a:t>. This has led to improved machine translation accuracy, sentence summarization, sentiment analysis, and the emergence of high-performance chatbots and </a:t>
            </a:r>
            <a:r>
              <a:rPr lang="en-US" altLang="ja-JP" dirty="0"/>
              <a:t>**large-scale language models </a:t>
            </a:r>
            <a:r>
              <a:rPr lang="ja-JP" altLang="en-US" dirty="0"/>
              <a:t>(</a:t>
            </a:r>
            <a:r>
              <a:rPr lang="en-US" altLang="ja-JP" dirty="0"/>
              <a:t>LLMs</a:t>
            </a:r>
            <a:r>
              <a:rPr lang="ja-JP" altLang="en-US" dirty="0"/>
              <a:t>)** </a:t>
            </a:r>
            <a:r>
              <a:rPr lang="en-US" altLang="ja-JP" dirty="0"/>
              <a:t>such as ChatGPT</a:t>
            </a:r>
            <a:r>
              <a:rPr lang="ja-JP" altLang="en-US" dirty="0"/>
              <a:t>.</a:t>
            </a:r>
          </a:p>
          <a:p>
            <a:r>
              <a:rPr lang="ja-JP" altLang="en-US" b="1" dirty="0"/>
              <a:t> Impact</a:t>
            </a:r>
            <a:r>
              <a:rPr lang="en-US" altLang="ja-JP" dirty="0"/>
              <a:t>: </a:t>
            </a:r>
            <a:r>
              <a:rPr lang="ja-JP" altLang="en-US" dirty="0"/>
              <a:t>High-quality automated translation, text generation, question and answer systems, improved search engine accuracy, and </a:t>
            </a:r>
            <a:r>
              <a:rPr lang="en-US" altLang="ja-JP" dirty="0"/>
              <a:t>AI capable</a:t>
            </a:r>
            <a:r>
              <a:rPr lang="ja-JP" altLang="en-US" dirty="0"/>
              <a:t> of natural human interaction are just a few of the many applications that are emerging and transforming the way we gather information and communicate.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9FE8C7C-7032-F914-1EBB-1EDEEADCA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537" y="3993776"/>
            <a:ext cx="5898794" cy="266657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50F8739-685D-33CA-3826-47B5CFE25BC0}"/>
              </a:ext>
            </a:extLst>
          </p:cNvPr>
          <p:cNvSpPr txBox="1"/>
          <p:nvPr/>
        </p:nvSpPr>
        <p:spPr>
          <a:xfrm>
            <a:off x="9138397" y="6660355"/>
            <a:ext cx="31454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 Source: </a:t>
            </a:r>
            <a:r>
              <a:rPr lang="fr-FR" altLang="ja-JP" sz="900" dirty="0">
                <a:hlinkClick r:id="rId3"/>
              </a:rPr>
              <a:t>https://it-trend.jp/textmining/article/124-0027 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E8110BE-710F-42C2-A70C-1F8748037384}"/>
              </a:ext>
            </a:extLst>
          </p:cNvPr>
          <p:cNvSpPr txBox="1"/>
          <p:nvPr/>
        </p:nvSpPr>
        <p:spPr>
          <a:xfrm>
            <a:off x="6371824" y="6552633"/>
            <a:ext cx="5197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800" b="1" dirty="0">
                <a:latin typeface="+mn-ea"/>
              </a:rPr>
              <a:t> NLP</a:t>
            </a:r>
            <a:endParaRPr lang="ja-JP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1688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D6983A-B17C-858C-956E-D9BB13FC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86978"/>
          </a:xfrm>
        </p:spPr>
        <p:txBody>
          <a:bodyPr/>
          <a:lstStyle/>
          <a:p>
            <a:r>
              <a:rPr kumimoji="1" lang="ja-JP" altLang="en-US" dirty="0"/>
              <a:t>Necessary Elements for Breakthroughs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959B4D-B1C0-E4A5-C416-19B49F013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3777622"/>
          </a:xfrm>
        </p:spPr>
        <p:txBody>
          <a:bodyPr/>
          <a:lstStyle/>
          <a:p>
            <a:r>
              <a:rPr lang="ja-JP" altLang="en-US" dirty="0"/>
              <a:t> These breakthroughs have emerged as a result of the fusion of </a:t>
            </a:r>
            <a:r>
              <a:rPr lang="ja-JP" altLang="en-US" b="1" dirty="0">
                <a:solidFill>
                  <a:schemeClr val="tx1"/>
                </a:solidFill>
              </a:rPr>
              <a:t>large amounts of data</a:t>
            </a:r>
            <a:r>
              <a:rPr lang="ja-JP" altLang="en-US" dirty="0"/>
              <a:t>, </a:t>
            </a:r>
            <a:r>
              <a:rPr lang="ja-JP" altLang="en-US" b="1" dirty="0">
                <a:solidFill>
                  <a:schemeClr val="tx1"/>
                </a:solidFill>
              </a:rPr>
              <a:t>high-performance computational resources (</a:t>
            </a:r>
            <a:r>
              <a:rPr lang="en-US" altLang="ja-JP" b="1" dirty="0">
                <a:solidFill>
                  <a:schemeClr val="tx1"/>
                </a:solidFill>
              </a:rPr>
              <a:t>e.g., GPUs</a:t>
            </a:r>
            <a:r>
              <a:rPr lang="ja-JP" altLang="en-US" b="1" dirty="0">
                <a:solidFill>
                  <a:schemeClr val="tx1"/>
                </a:solidFill>
              </a:rPr>
              <a:t>)</a:t>
            </a:r>
            <a:r>
              <a:rPr lang="ja-JP" altLang="en-US" dirty="0"/>
              <a:t>, and sophisticated </a:t>
            </a:r>
            <a:r>
              <a:rPr lang="ja-JP" altLang="en-US" b="1" dirty="0">
                <a:solidFill>
                  <a:schemeClr val="tx1"/>
                </a:solidFill>
              </a:rPr>
              <a:t>algorithms.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FE21C0F-5E76-FB15-4C2A-577AE5EC5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188" y="2446835"/>
            <a:ext cx="7201837" cy="404075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3A01CEE-E708-0759-87BA-94976DD54B65}"/>
              </a:ext>
            </a:extLst>
          </p:cNvPr>
          <p:cNvSpPr txBox="1"/>
          <p:nvPr/>
        </p:nvSpPr>
        <p:spPr>
          <a:xfrm>
            <a:off x="8433363" y="6596390"/>
            <a:ext cx="37586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 </a:t>
            </a:r>
            <a:r>
              <a:rPr lang="ja-JP" altLang="en-US" sz="900" dirty="0"/>
              <a:t>Source: </a:t>
            </a:r>
            <a:r>
              <a:rPr lang="fr-FR" altLang="ja-JP" sz="900" dirty="0">
                <a:hlinkClick r:id="rId3"/>
              </a:rPr>
              <a:t>https://cameronrwolfe.substack.com/p/llm-scaling-laws </a:t>
            </a:r>
            <a:endParaRPr lang="ja-JP" altLang="en-US" sz="11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C7BB01-FE86-540C-D1D7-D344FC1C2A4F}"/>
              </a:ext>
            </a:extLst>
          </p:cNvPr>
          <p:cNvSpPr txBox="1"/>
          <p:nvPr/>
        </p:nvSpPr>
        <p:spPr>
          <a:xfrm>
            <a:off x="6097667" y="6560245"/>
            <a:ext cx="15148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800" b="1" dirty="0" err="1">
                <a:latin typeface="+mn-ea"/>
              </a:rPr>
              <a:t> Scaling </a:t>
            </a:r>
            <a:r>
              <a:rPr lang="fr-FR" altLang="ja-JP" sz="800" b="1" dirty="0">
                <a:latin typeface="+mn-ea"/>
              </a:rPr>
              <a:t>Laws for </a:t>
            </a:r>
            <a:r>
              <a:rPr lang="fr-FR" altLang="ja-JP" sz="800" b="1" dirty="0" err="1">
                <a:latin typeface="+mn-ea"/>
              </a:rPr>
              <a:t>LLMs</a:t>
            </a:r>
            <a:endParaRPr lang="ja-JP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189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56A4-18B2-1862-D6C9-33EB00BB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C5AA14-E6E0-BEC0-D1CB-5BB15907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064" y="173536"/>
            <a:ext cx="9830988" cy="642987"/>
          </a:xfrm>
        </p:spPr>
        <p:txBody>
          <a:bodyPr>
            <a:noAutofit/>
          </a:bodyPr>
          <a:lstStyle/>
          <a:p>
            <a:r>
              <a:rPr kumimoji="1" lang="en-US" altLang="ja-JP" sz="2800" dirty="0"/>
              <a:t>2. </a:t>
            </a:r>
            <a:r>
              <a:rPr kumimoji="1" lang="ja-JP" altLang="en-US" sz="2800" dirty="0"/>
              <a:t>trends in the latest </a:t>
            </a:r>
            <a:r>
              <a:rPr kumimoji="1" lang="en-US" altLang="ja-JP" sz="2800" dirty="0"/>
              <a:t>AI </a:t>
            </a:r>
            <a:r>
              <a:rPr kumimoji="1" lang="ja-JP" altLang="en-US" sz="2800" dirty="0"/>
              <a:t>technologies and business applications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F9DA78-1734-BC2F-4E9D-227CE3ADA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6" y="991347"/>
            <a:ext cx="9550316" cy="5857935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ja-JP" altLang="en-US" sz="1400" b="1" dirty="0"/>
              <a:t> Impact of Generative </a:t>
            </a:r>
            <a:r>
              <a:rPr lang="en-US" altLang="ja-JP" sz="1400" b="1" dirty="0"/>
              <a:t>AI </a:t>
            </a:r>
            <a:r>
              <a:rPr lang="ja-JP" altLang="en-US" sz="1400" b="1" dirty="0"/>
              <a:t>(especially </a:t>
            </a:r>
            <a:r>
              <a:rPr lang="en-US" altLang="ja-JP" sz="1400" b="1" dirty="0"/>
              <a:t>large </a:t>
            </a:r>
            <a:r>
              <a:rPr lang="ja-JP" altLang="en-US" sz="1400" b="1" dirty="0"/>
              <a:t>scale language models </a:t>
            </a:r>
            <a:r>
              <a:rPr lang="en-US" altLang="ja-JP" sz="1400" b="1" dirty="0"/>
              <a:t>such as ChatGPT - </a:t>
            </a:r>
            <a:r>
              <a:rPr lang="ja-JP" altLang="en-US" sz="1400" b="1" dirty="0"/>
              <a:t>LLM</a:t>
            </a:r>
            <a:r>
              <a:rPr lang="en-US" altLang="ja-JP" sz="1400" b="1" dirty="0"/>
              <a:t>)</a:t>
            </a:r>
          </a:p>
          <a:p>
            <a:pPr lvl="1"/>
            <a:r>
              <a:rPr lang="ja-JP" altLang="en-US" sz="1100" dirty="0"/>
              <a:t> What can it do?</a:t>
            </a:r>
          </a:p>
          <a:p>
            <a:pPr lvl="2"/>
            <a:r>
              <a:rPr lang="ja-JP" altLang="en-US" sz="1050" dirty="0"/>
              <a:t> Brief description of principles: </a:t>
            </a:r>
            <a:r>
              <a:rPr lang="ja-JP" altLang="en-US" sz="1000" dirty="0"/>
              <a:t>natural text generation (emails, resume correction, job posting assistance)</a:t>
            </a:r>
          </a:p>
          <a:p>
            <a:pPr lvl="2"/>
            <a:r>
              <a:rPr lang="ja-JP" altLang="en-US" sz="1000" dirty="0"/>
              <a:t> Summarization (long-form candidate information, interview minutes)</a:t>
            </a:r>
          </a:p>
          <a:p>
            <a:pPr lvl="2"/>
            <a:r>
              <a:rPr lang="ja-JP" altLang="en-US" sz="1000" dirty="0"/>
              <a:t> Translation</a:t>
            </a:r>
          </a:p>
          <a:p>
            <a:pPr lvl="2"/>
            <a:r>
              <a:rPr lang="ja-JP" altLang="en-US" sz="1000" dirty="0"/>
              <a:t> Information retrieval, question and answer session</a:t>
            </a:r>
          </a:p>
          <a:p>
            <a:pPr lvl="2"/>
            <a:r>
              <a:rPr lang="ja-JP" altLang="en-US" sz="1000" dirty="0"/>
              <a:t> Idea generation (career path proposal, list of interview questions)</a:t>
            </a:r>
          </a:p>
          <a:p>
            <a:pPr lvl="1"/>
            <a:r>
              <a:rPr lang="ja-JP" altLang="en-US" sz="1100" dirty="0"/>
              <a:t> Predicting the next word from the last data.</a:t>
            </a:r>
          </a:p>
          <a:p>
            <a:pPr lvl="1"/>
            <a:r>
              <a:rPr lang="ja-JP" altLang="en-US" sz="1100" b="1" dirty="0"/>
              <a:t> Explanation of actual examples</a:t>
            </a:r>
            <a:r>
              <a:rPr lang="ja-JP" altLang="en-US" sz="1100" dirty="0"/>
              <a:t>:</a:t>
            </a:r>
          </a:p>
          <a:p>
            <a:pPr lvl="2"/>
            <a:r>
              <a:rPr lang="ja-JP" altLang="en-US" sz="1000" dirty="0"/>
              <a:t> When you input "Create a job offer", the system generates a skeleton and sentences.</a:t>
            </a:r>
          </a:p>
          <a:p>
            <a:pPr lvl="2"/>
            <a:r>
              <a:rPr lang="ja-JP" altLang="en-US" sz="1000" dirty="0"/>
              <a:t> When you type "Summarize this resume in </a:t>
            </a:r>
            <a:r>
              <a:rPr lang="en-US" altLang="ja-JP" sz="1000" dirty="0"/>
              <a:t>3 </a:t>
            </a:r>
            <a:r>
              <a:rPr lang="ja-JP" altLang="en-US" sz="1000" dirty="0"/>
              <a:t>lines," a summary is generated.</a:t>
            </a:r>
          </a:p>
          <a:p>
            <a:r>
              <a:rPr lang="ja-JP" altLang="en-US" sz="1400" b="1" dirty="0"/>
              <a:t> Other Noteworthy Technologies</a:t>
            </a:r>
            <a:endParaRPr lang="en-US" altLang="ja-JP" sz="1400" b="1" dirty="0"/>
          </a:p>
          <a:p>
            <a:pPr lvl="1"/>
            <a:r>
              <a:rPr lang="ja-JP" altLang="en-US" sz="1100" dirty="0"/>
              <a:t> Image recognition and video analysis:</a:t>
            </a:r>
          </a:p>
          <a:p>
            <a:pPr lvl="2"/>
            <a:r>
              <a:rPr lang="ja-JP" altLang="en-US" sz="1000" dirty="0"/>
              <a:t> (e.g.) Possibility of analyzing nonverbal information from recruitment videos (future application), etc.</a:t>
            </a:r>
          </a:p>
          <a:p>
            <a:pPr lvl="1"/>
            <a:r>
              <a:rPr lang="ja-JP" altLang="en-US" sz="1100" dirty="0"/>
              <a:t> Advancements in speech recognition and natural language processing:</a:t>
            </a:r>
          </a:p>
          <a:p>
            <a:pPr lvl="2"/>
            <a:r>
              <a:rPr lang="ja-JP" altLang="en-US" sz="1000" dirty="0"/>
              <a:t> (e.g., automatic transcription of interview content, sentiment analysis, and work efficiency improvement through extraction of key points.</a:t>
            </a:r>
          </a:p>
          <a:p>
            <a:pPr lvl="1"/>
            <a:r>
              <a:rPr lang="ja-JP" altLang="en-US" sz="1100" dirty="0"/>
              <a:t> Recommendation systems:</a:t>
            </a:r>
          </a:p>
          <a:p>
            <a:pPr lvl="2"/>
            <a:r>
              <a:rPr lang="ja-JP" altLang="en-US" sz="1000" dirty="0"/>
              <a:t> Improvement of accuracy of job recommendation to candidates and candidate recommendation to companies.</a:t>
            </a:r>
          </a:p>
          <a:p>
            <a:r>
              <a:rPr lang="ja-JP" altLang="en-US" sz="1400" b="1" dirty="0"/>
              <a:t> Examples of business applications (broaden the image to include fields other than recruiting)</a:t>
            </a:r>
          </a:p>
          <a:p>
            <a:pPr lvl="1"/>
            <a:r>
              <a:rPr lang="ja-JP" altLang="en-US" sz="1100" dirty="0"/>
              <a:t> Automatic customer service (chatbot)</a:t>
            </a:r>
          </a:p>
          <a:p>
            <a:pPr lvl="1"/>
            <a:r>
              <a:rPr lang="ja-JP" altLang="en-US" sz="1100" dirty="0"/>
              <a:t> Personalization in marketing</a:t>
            </a:r>
          </a:p>
          <a:p>
            <a:pPr lvl="1"/>
            <a:r>
              <a:rPr lang="ja-JP" altLang="en-US" sz="1100" dirty="0"/>
              <a:t> Quality inspection at manufacturing sites</a:t>
            </a:r>
          </a:p>
        </p:txBody>
      </p:sp>
    </p:spTree>
    <p:extLst>
      <p:ext uri="{BB962C8B-B14F-4D97-AF65-F5344CB8AC3E}">
        <p14:creationId xmlns:p14="http://schemas.microsoft.com/office/powerpoint/2010/main" val="3440884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A2EFFF-1949-7496-E601-32BEA374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03300"/>
            <a:ext cx="9092569" cy="927847"/>
          </a:xfrm>
        </p:spPr>
        <p:txBody>
          <a:bodyPr>
            <a:noAutofit/>
          </a:bodyPr>
          <a:lstStyle/>
          <a:p>
            <a:r>
              <a:rPr kumimoji="1" lang="en-US" altLang="ja-JP" sz="2400" dirty="0"/>
              <a:t>Example-1</a:t>
            </a:r>
            <a:r>
              <a:rPr kumimoji="1" lang="ja-JP" altLang="en-US" sz="2400" dirty="0"/>
              <a:t>: Generating a skeleton and sentences by </a:t>
            </a:r>
            <a:r>
              <a:rPr kumimoji="1" lang="en-US" altLang="ja-JP" sz="2400" dirty="0"/>
              <a:t>LLM </a:t>
            </a:r>
            <a:r>
              <a:rPr kumimoji="1" lang="ja-JP" altLang="en-US" sz="2400" dirty="0"/>
              <a:t>(Generation </a:t>
            </a:r>
            <a:r>
              <a:rPr kumimoji="1" lang="en-US" altLang="ja-JP" sz="2400" dirty="0"/>
              <a:t>AI) </a:t>
            </a:r>
            <a:r>
              <a:rPr kumimoji="1" lang="ja-JP" altLang="en-US" sz="2400" dirty="0"/>
              <a:t>after inputting “Create a ●●job offer".</a:t>
            </a:r>
            <a:br>
              <a:rPr kumimoji="1" lang="ja-JP" altLang="en-US" sz="2400" dirty="0"/>
            </a:br>
            <a:endParaRPr kumimoji="1" lang="ja-JP" altLang="en-US" sz="24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367EE7-BDE2-3936-B54E-CF896D8AA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43853"/>
            <a:ext cx="8915400" cy="927847"/>
          </a:xfrm>
        </p:spPr>
        <p:txBody>
          <a:bodyPr>
            <a:normAutofit fontScale="55000" lnSpcReduction="20000"/>
          </a:bodyPr>
          <a:lstStyle/>
          <a:p>
            <a:r>
              <a:rPr kumimoji="1" lang="ja-JP" altLang="en-US" b="1" dirty="0"/>
              <a:t> Prompt</a:t>
            </a:r>
            <a:r>
              <a:rPr kumimoji="1" lang="ja-JP" altLang="en-US" dirty="0"/>
              <a:t>: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 "I need you to create a job posting for </a:t>
            </a:r>
            <a:r>
              <a:rPr kumimoji="1" lang="ja-JP" altLang="en-US" b="1" dirty="0">
                <a:solidFill>
                  <a:srgbClr val="FF0000"/>
                </a:solidFill>
              </a:rPr>
              <a:t>an engineer at an </a:t>
            </a:r>
            <a:r>
              <a:rPr kumimoji="1" lang="en-US" altLang="ja-JP" b="1" dirty="0">
                <a:solidFill>
                  <a:srgbClr val="FF0000"/>
                </a:solidFill>
              </a:rPr>
              <a:t>IT </a:t>
            </a:r>
            <a:r>
              <a:rPr kumimoji="1" lang="ja-JP" altLang="en-US" b="1" dirty="0">
                <a:solidFill>
                  <a:srgbClr val="FF0000"/>
                </a:solidFill>
              </a:rPr>
              <a:t>company as a member of a new </a:t>
            </a:r>
            <a:r>
              <a:rPr kumimoji="1" lang="en-US" altLang="ja-JP" b="1" dirty="0">
                <a:solidFill>
                  <a:srgbClr val="FF0000"/>
                </a:solidFill>
              </a:rPr>
              <a:t>web </a:t>
            </a:r>
            <a:r>
              <a:rPr kumimoji="1" lang="ja-JP" altLang="en-US" b="1" dirty="0">
                <a:solidFill>
                  <a:srgbClr val="FF0000"/>
                </a:solidFill>
              </a:rPr>
              <a:t>service launch. </a:t>
            </a:r>
            <a:r>
              <a:rPr kumimoji="1" lang="ja-JP" altLang="en-US" dirty="0"/>
              <a:t>Required skills are </a:t>
            </a:r>
            <a:r>
              <a:rPr kumimoji="1" lang="en-US" altLang="ja-JP" dirty="0"/>
              <a:t>React </a:t>
            </a:r>
            <a:r>
              <a:rPr kumimoji="1" lang="ja-JP" altLang="en-US" dirty="0"/>
              <a:t>and </a:t>
            </a:r>
            <a:r>
              <a:rPr kumimoji="1" lang="en-US" altLang="ja-JP" dirty="0"/>
              <a:t>TypeScript</a:t>
            </a:r>
            <a:r>
              <a:rPr kumimoji="1" lang="ja-JP" altLang="en-US" dirty="0"/>
              <a:t>; English is business level. Salary is </a:t>
            </a:r>
            <a:r>
              <a:rPr kumimoji="1" lang="en-US" altLang="ja-JP" dirty="0"/>
              <a:t>7-10 </a:t>
            </a:r>
            <a:r>
              <a:rPr kumimoji="1" lang="ja-JP" altLang="en-US" dirty="0"/>
              <a:t>million yen per year. The company's appeal is its free culture and discretionary power.</a:t>
            </a:r>
            <a:r>
              <a:rPr kumimoji="1" lang="en-US" altLang="ja-JP" dirty="0"/>
              <a:t> "</a:t>
            </a:r>
          </a:p>
          <a:p>
            <a:r>
              <a:rPr lang="en-US" altLang="ja-JP" b="1" dirty="0"/>
              <a:t> LLM </a:t>
            </a:r>
            <a:r>
              <a:rPr lang="ja-JP" altLang="en-US" b="1" dirty="0"/>
              <a:t>Generated Results</a:t>
            </a:r>
            <a:r>
              <a:rPr lang="ja-JP" altLang="en-US" dirty="0"/>
              <a:t>: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7FB6962-177F-5235-DAEA-4F45EA055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503" y="2392791"/>
            <a:ext cx="8445412" cy="4052248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7ABD59A-AAA1-1751-8737-24A7DFFA7A77}"/>
              </a:ext>
            </a:extLst>
          </p:cNvPr>
          <p:cNvSpPr/>
          <p:nvPr/>
        </p:nvSpPr>
        <p:spPr>
          <a:xfrm>
            <a:off x="9111121" y="1819304"/>
            <a:ext cx="2331477" cy="465102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rgbClr val="FF0000"/>
                </a:solidFill>
              </a:rPr>
              <a:t> ●● Specific requirements of the job offer</a:t>
            </a:r>
          </a:p>
        </p:txBody>
      </p:sp>
    </p:spTree>
    <p:extLst>
      <p:ext uri="{BB962C8B-B14F-4D97-AF65-F5344CB8AC3E}">
        <p14:creationId xmlns:p14="http://schemas.microsoft.com/office/powerpoint/2010/main" val="46521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DD74B-43D1-8ED8-8ED9-F498E27B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07251"/>
            <a:ext cx="8911687" cy="739527"/>
          </a:xfrm>
        </p:spPr>
        <p:txBody>
          <a:bodyPr>
            <a:normAutofit fontScale="90000"/>
          </a:bodyPr>
          <a:lstStyle/>
          <a:p>
            <a:r>
              <a:rPr kumimoji="1" lang="en-US" altLang="ja-JP" sz="2800" dirty="0"/>
              <a:t>Example-2: </a:t>
            </a:r>
            <a:r>
              <a:rPr kumimoji="1" lang="ja-JP" altLang="en-US" sz="2800" dirty="0"/>
              <a:t>Resume Summarization Support by </a:t>
            </a:r>
            <a:r>
              <a:rPr kumimoji="1" lang="en-US" altLang="ja-JP" sz="2800" dirty="0"/>
              <a:t>LLM </a:t>
            </a:r>
            <a:r>
              <a:rPr kumimoji="1" lang="ja-JP" altLang="en-US" sz="2800" dirty="0"/>
              <a:t>(Generated </a:t>
            </a:r>
            <a:r>
              <a:rPr kumimoji="1" lang="en-US" altLang="ja-JP" sz="2800" dirty="0"/>
              <a:t>AI)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A371C7-7F42-C13C-42F1-1A588568B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069045"/>
            <a:ext cx="8915400" cy="5158187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b="1" dirty="0"/>
              <a:t> Prompt.</a:t>
            </a:r>
            <a:endParaRPr lang="en-US" altLang="ja-JP" b="1" dirty="0"/>
          </a:p>
          <a:p>
            <a:pPr lvl="1"/>
            <a:r>
              <a:rPr lang="ja-JP" altLang="en-US" b="1" dirty="0"/>
              <a:t> "Please summarize the content of this resume (or CV) in </a:t>
            </a:r>
            <a:r>
              <a:rPr lang="en-US" altLang="ja-JP" b="1" dirty="0"/>
              <a:t>three </a:t>
            </a:r>
            <a:r>
              <a:rPr lang="ja-JP" altLang="en-US" b="1" dirty="0"/>
              <a:t>lines, focusing specifically on your work experience and skills</a:t>
            </a:r>
            <a:r>
              <a:rPr lang="en-US" altLang="ja-JP" b="1" dirty="0"/>
              <a:t>."</a:t>
            </a:r>
          </a:p>
          <a:p>
            <a:r>
              <a:rPr lang="ja-JP" altLang="en-US" b="1" dirty="0"/>
              <a:t> Example </a:t>
            </a:r>
            <a:r>
              <a:rPr lang="en-US" altLang="ja-JP" b="1" dirty="0"/>
              <a:t>2.1</a:t>
            </a:r>
            <a:r>
              <a:rPr lang="ja-JP" altLang="en-US" b="1" dirty="0"/>
              <a:t>: For a resume for a sales position</a:t>
            </a:r>
            <a:endParaRPr lang="en-US" altLang="ja-JP" b="1" dirty="0"/>
          </a:p>
          <a:p>
            <a:pPr lvl="1"/>
            <a:r>
              <a:rPr lang="ja-JP" altLang="en-US" b="1" dirty="0"/>
              <a:t> Summary: </a:t>
            </a:r>
            <a:r>
              <a:rPr lang="ja-JP" altLang="en-US" dirty="0"/>
              <a:t>"Worked as a corporate solutions sales representative for a major financial institution for </a:t>
            </a:r>
            <a:r>
              <a:rPr lang="en-US" altLang="ja-JP" dirty="0"/>
              <a:t>seven </a:t>
            </a:r>
            <a:r>
              <a:rPr lang="ja-JP" altLang="en-US" dirty="0"/>
              <a:t>years. Consistently maintained a target achievement rate of </a:t>
            </a:r>
            <a:r>
              <a:rPr lang="en-US" altLang="ja-JP" dirty="0"/>
              <a:t>120% </a:t>
            </a:r>
            <a:r>
              <a:rPr lang="ja-JP" altLang="en-US" dirty="0"/>
              <a:t>or higher and contributed to the development of new clients. Demonstrated leadership with project management experience."</a:t>
            </a:r>
          </a:p>
          <a:p>
            <a:r>
              <a:rPr lang="ja-JP" altLang="en-US" b="1" dirty="0"/>
              <a:t> Example </a:t>
            </a:r>
            <a:r>
              <a:rPr lang="en-US" altLang="ja-JP" b="1" dirty="0"/>
              <a:t>2.2</a:t>
            </a:r>
            <a:r>
              <a:rPr lang="ja-JP" altLang="en-US" b="1" dirty="0"/>
              <a:t>: Resume for an engineering position</a:t>
            </a:r>
            <a:endParaRPr lang="en-US" altLang="ja-JP" b="1" dirty="0"/>
          </a:p>
          <a:p>
            <a:pPr lvl="1"/>
            <a:r>
              <a:rPr lang="ja-JP" altLang="en-US" b="1" dirty="0"/>
              <a:t> Summary: </a:t>
            </a:r>
            <a:r>
              <a:rPr lang="ja-JP" altLang="en-US" dirty="0"/>
              <a:t>"More than </a:t>
            </a:r>
            <a:r>
              <a:rPr lang="en-US" altLang="ja-JP" dirty="0"/>
              <a:t>5 </a:t>
            </a:r>
            <a:r>
              <a:rPr lang="ja-JP" altLang="en-US" dirty="0"/>
              <a:t>years of experience in </a:t>
            </a:r>
            <a:r>
              <a:rPr lang="en-US" altLang="ja-JP" dirty="0"/>
              <a:t>web </a:t>
            </a:r>
            <a:r>
              <a:rPr lang="ja-JP" altLang="en-US" dirty="0"/>
              <a:t>application development, working on several projects with Python</a:t>
            </a:r>
            <a:r>
              <a:rPr lang="en-US" altLang="ja-JP" dirty="0"/>
              <a:t> and AWS </a:t>
            </a:r>
            <a:r>
              <a:rPr lang="ja-JP" altLang="en-US" dirty="0"/>
              <a:t>as key technologies. Particular strength in designing and implementing customer management systems. Extensive team development experience and strong technical problem solving skills."</a:t>
            </a:r>
          </a:p>
          <a:p>
            <a:endParaRPr lang="en-US" altLang="ja-JP" dirty="0"/>
          </a:p>
          <a:p>
            <a:r>
              <a:rPr lang="ja-JP" altLang="en-US" dirty="0"/>
              <a:t> In this way</a:t>
            </a:r>
            <a:r>
              <a:rPr lang="ja-JP" altLang="en-US" b="1" dirty="0"/>
              <a:t>, you will be able to quickly and efficiently understand the candidate's core information without</a:t>
            </a:r>
            <a:r>
              <a:rPr lang="ja-JP" altLang="en-US" dirty="0"/>
              <a:t> having to read through the entire detailed dossier. This speeds up the screening process and allows agents to spend more time on in-depth interviews and communication with candidates.</a:t>
            </a:r>
          </a:p>
          <a:p>
            <a:r>
              <a:rPr lang="ja-JP" altLang="en-US" dirty="0"/>
              <a:t> This can be a powerful tool to </a:t>
            </a:r>
            <a:r>
              <a:rPr lang="ja-JP" altLang="en-US" b="1" dirty="0"/>
              <a:t>reduce the burden of information processing in </a:t>
            </a:r>
            <a:r>
              <a:rPr lang="ja-JP" altLang="en-US" dirty="0"/>
              <a:t>daily work </a:t>
            </a:r>
            <a:r>
              <a:rPr lang="ja-JP" altLang="en-US" b="1" dirty="0"/>
              <a:t>and dramatically improve productivity.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15530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420E1-E3FC-D159-501B-32C0B781A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EE3DD-2BA5-6B1F-6506-14A2CC111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442568"/>
            <a:ext cx="8911687" cy="642987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AI </a:t>
            </a:r>
            <a:r>
              <a:rPr kumimoji="1" lang="ja-JP" altLang="en-US" dirty="0"/>
              <a:t>Application Scenarios in the Recruitment Industry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304072-41FD-B698-6C33-2313F10D9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9602788" cy="5347726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b="1" dirty="0"/>
              <a:t> Streamline candidate management and scouting</a:t>
            </a:r>
            <a:endParaRPr lang="ja-JP" altLang="en-US" dirty="0"/>
          </a:p>
          <a:p>
            <a:pPr lvl="1"/>
            <a:r>
              <a:rPr lang="ja-JP" altLang="en-US" dirty="0"/>
              <a:t> Automatic resume analysis and registration</a:t>
            </a:r>
          </a:p>
          <a:p>
            <a:pPr lvl="1"/>
            <a:r>
              <a:rPr lang="ja-JP" altLang="en-US" dirty="0"/>
              <a:t> Recommendation of the most suitable jobs based on skills and experience</a:t>
            </a:r>
          </a:p>
          <a:p>
            <a:pPr lvl="1"/>
            <a:r>
              <a:rPr lang="ja-JP" altLang="en-US" dirty="0"/>
              <a:t> Personalized scouting text creation support</a:t>
            </a:r>
          </a:p>
          <a:p>
            <a:r>
              <a:rPr lang="ja-JP" altLang="en-US" b="1" dirty="0"/>
              <a:t> Improvement of job search and matching</a:t>
            </a:r>
            <a:endParaRPr lang="ja-JP" altLang="en-US" dirty="0"/>
          </a:p>
          <a:p>
            <a:pPr lvl="1"/>
            <a:r>
              <a:rPr lang="ja-JP" altLang="en-US" dirty="0"/>
              <a:t> Forecasting job needs based on market trend analysis</a:t>
            </a:r>
          </a:p>
          <a:p>
            <a:pPr lvl="1"/>
            <a:r>
              <a:rPr lang="ja-JP" altLang="en-US" dirty="0"/>
              <a:t> Identification of candidates and companies with high probability of success based on historical data</a:t>
            </a:r>
          </a:p>
          <a:p>
            <a:pPr lvl="1"/>
            <a:r>
              <a:rPr lang="ja-JP" altLang="en-US" dirty="0"/>
              <a:t> Non-trivial matching (uncovering hidden potential) based on vast amounts of data</a:t>
            </a:r>
          </a:p>
          <a:p>
            <a:r>
              <a:rPr lang="ja-JP" altLang="en-US" b="1" dirty="0"/>
              <a:t> Support of interview and selection process</a:t>
            </a:r>
            <a:endParaRPr lang="ja-JP" altLang="en-US" dirty="0"/>
          </a:p>
          <a:p>
            <a:pPr lvl="1"/>
            <a:r>
              <a:rPr lang="ja-JP" altLang="en-US" dirty="0"/>
              <a:t> Automatic transcription and summary of interviews, analysis of candidate characteristics</a:t>
            </a:r>
          </a:p>
          <a:p>
            <a:pPr lvl="1"/>
            <a:r>
              <a:rPr lang="ja-JP" altLang="en-US" dirty="0"/>
              <a:t> Support for preparation of proposal materials for companies</a:t>
            </a:r>
          </a:p>
          <a:p>
            <a:pPr lvl="1"/>
            <a:r>
              <a:rPr lang="ja-JP" altLang="en-US" dirty="0"/>
              <a:t> Response to inquiries from applicants (</a:t>
            </a:r>
            <a:r>
              <a:rPr lang="en-US" altLang="ja-JP" dirty="0"/>
              <a:t>FAQ </a:t>
            </a:r>
            <a:r>
              <a:rPr lang="ja-JP" altLang="en-US" dirty="0"/>
              <a:t>chatbot)</a:t>
            </a:r>
          </a:p>
          <a:p>
            <a:r>
              <a:rPr lang="ja-JP" altLang="en-US" b="1" dirty="0"/>
              <a:t> Improvement of work productivity</a:t>
            </a:r>
            <a:endParaRPr lang="ja-JP" altLang="en-US" dirty="0"/>
          </a:p>
          <a:p>
            <a:pPr lvl="1"/>
            <a:r>
              <a:rPr lang="ja-JP" altLang="en-US" dirty="0"/>
              <a:t> Automation of clerical work (document preparation, data entry)</a:t>
            </a:r>
          </a:p>
          <a:p>
            <a:pPr lvl="1"/>
            <a:r>
              <a:rPr lang="ja-JP" altLang="en-US" dirty="0"/>
              <a:t> Email creation, support for taking meeting minutes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10719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8ED29-5DEF-C32A-304F-39FCF1FE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F6BB26-F510-FC8C-AB9C-3F61AA9C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4. </a:t>
            </a:r>
            <a:r>
              <a:rPr kumimoji="1" lang="ja-JP" altLang="en-US" dirty="0"/>
              <a:t>first steps in introducing and utilizing </a:t>
            </a:r>
            <a:r>
              <a:rPr kumimoji="1" lang="en-US" altLang="ja-JP" dirty="0"/>
              <a:t>AI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2B070E-4C92-A82B-F1E7-AAD7C42C1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8915400" cy="4506965"/>
          </a:xfrm>
        </p:spPr>
        <p:txBody>
          <a:bodyPr/>
          <a:lstStyle/>
          <a:p>
            <a:r>
              <a:rPr lang="ja-JP" altLang="en-US" b="1" dirty="0"/>
              <a:t> Importance of starting small</a:t>
            </a:r>
            <a:r>
              <a:rPr lang="ja-JP" altLang="en-US" dirty="0"/>
              <a:t>: Don't seek perfection, but start with some operations.</a:t>
            </a:r>
          </a:p>
          <a:p>
            <a:r>
              <a:rPr lang="ja-JP" altLang="en-US" b="1" dirty="0"/>
              <a:t> Clarify objectives</a:t>
            </a:r>
            <a:r>
              <a:rPr lang="ja-JP" altLang="en-US" dirty="0"/>
              <a:t>: What is the purpose of using </a:t>
            </a:r>
            <a:r>
              <a:rPr lang="en-US" altLang="ja-JP" dirty="0"/>
              <a:t>AI</a:t>
            </a:r>
            <a:r>
              <a:rPr lang="ja-JP" altLang="en-US" dirty="0"/>
              <a:t>?</a:t>
            </a:r>
          </a:p>
          <a:p>
            <a:r>
              <a:rPr lang="ja-JP" altLang="en-US" b="1" dirty="0"/>
              <a:t> Establish data infrastructure</a:t>
            </a:r>
            <a:r>
              <a:rPr lang="ja-JP" altLang="en-US" dirty="0"/>
              <a:t>: </a:t>
            </a:r>
            <a:r>
              <a:rPr lang="en-US" altLang="ja-JP" dirty="0"/>
              <a:t>AI is </a:t>
            </a:r>
            <a:r>
              <a:rPr lang="ja-JP" altLang="en-US" dirty="0"/>
              <a:t>only possible with data. First of all, take stock of your data, organize it, and accumulate it.</a:t>
            </a:r>
          </a:p>
          <a:p>
            <a:r>
              <a:rPr lang="ja-JP" altLang="en-US" b="1" dirty="0"/>
              <a:t> Collaboration with vendors</a:t>
            </a:r>
            <a:r>
              <a:rPr lang="ja-JP" altLang="en-US" dirty="0"/>
              <a:t>: Utilize the knowledge of experts.</a:t>
            </a:r>
          </a:p>
          <a:p>
            <a:r>
              <a:rPr lang="ja-JP" altLang="en-US" b="1" dirty="0"/>
              <a:t> Human resource development</a:t>
            </a:r>
            <a:r>
              <a:rPr lang="ja-JP" altLang="en-US" dirty="0"/>
              <a:t>: Develop human resources who can master AI and co-create with </a:t>
            </a:r>
            <a:r>
              <a:rPr lang="en-US" altLang="ja-JP" dirty="0"/>
              <a:t>AI.</a:t>
            </a:r>
          </a:p>
          <a:p>
            <a:r>
              <a:rPr lang="ja-JP" altLang="en-US" b="1" dirty="0"/>
              <a:t> Conclusion</a:t>
            </a:r>
            <a:r>
              <a:rPr lang="ja-JP" altLang="en-US" dirty="0"/>
              <a:t>: </a:t>
            </a:r>
            <a:r>
              <a:rPr lang="en-US" altLang="ja-JP" dirty="0"/>
              <a:t>AI is </a:t>
            </a:r>
            <a:r>
              <a:rPr lang="ja-JP" altLang="en-US" dirty="0"/>
              <a:t>not a threat but a powerful partner.</a:t>
            </a:r>
          </a:p>
        </p:txBody>
      </p:sp>
    </p:spTree>
    <p:extLst>
      <p:ext uri="{BB962C8B-B14F-4D97-AF65-F5344CB8AC3E}">
        <p14:creationId xmlns:p14="http://schemas.microsoft.com/office/powerpoint/2010/main" val="484452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C970A7-DBD4-98A2-FE38-1DEAA21AC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66" y="2058750"/>
            <a:ext cx="9514446" cy="146880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If you have any questions, please </a:t>
            </a:r>
            <a:r>
              <a:rPr kumimoji="1" lang="en-US" altLang="ja-JP" dirty="0"/>
              <a:t>feel free to </a:t>
            </a:r>
            <a:r>
              <a:rPr kumimoji="1" lang="ja-JP" altLang="en-US" dirty="0"/>
              <a:t>contact  </a:t>
            </a:r>
            <a:r>
              <a:rPr kumimoji="1" lang="en-US" altLang="ja-JP" dirty="0"/>
              <a:t>me</a:t>
            </a:r>
            <a:r>
              <a:rPr kumimoji="1" lang="ja-JP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4615520"/>
      </p:ext>
    </p:extLst>
  </p:cSld>
  <p:clrMapOvr>
    <a:masterClrMapping/>
  </p:clrMapOvr>
</p:sld>
</file>

<file path=ppt/theme/theme1.xml><?xml version="1.0" encoding="utf-8"?>
<a:theme xmlns:a="http://schemas.openxmlformats.org/drawingml/2006/main" name="ウィスプ">
  <a:themeElements>
    <a:clrScheme name="ウィスプ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ウィスプ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ウィスプ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1909</TotalTime>
  <Words>2115</Words>
  <Application>Microsoft Office PowerPoint</Application>
  <PresentationFormat>ワイド画面</PresentationFormat>
  <Paragraphs>149</Paragraphs>
  <Slides>16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2" baseType="lpstr">
      <vt:lpstr>Google Sans</vt:lpstr>
      <vt:lpstr>游ゴシック</vt:lpstr>
      <vt:lpstr>Arial</vt:lpstr>
      <vt:lpstr>Century Gothic</vt:lpstr>
      <vt:lpstr>Wingdings 3</vt:lpstr>
      <vt:lpstr>ウィスプ</vt:lpstr>
      <vt:lpstr>Introducing AI to Small and Medium-Sized Recruitment Companies</vt:lpstr>
      <vt:lpstr>Introduction</vt:lpstr>
      <vt:lpstr>Agenda</vt:lpstr>
      <vt:lpstr>1. what is AI?</vt:lpstr>
      <vt:lpstr>Industry Revolution (IR)</vt:lpstr>
      <vt:lpstr>What is AI? </vt:lpstr>
      <vt:lpstr>Image Recognition</vt:lpstr>
      <vt:lpstr>Speech Recognition</vt:lpstr>
      <vt:lpstr>Natural Language Processing (NLP)</vt:lpstr>
      <vt:lpstr>Necessary Elements for Breakthroughs</vt:lpstr>
      <vt:lpstr>2. trends in the latest AI technologies and business applications</vt:lpstr>
      <vt:lpstr>Example-1: Generating a skeleton and sentences by LLM (Generation AI) after inputting “Create a ●●job offer". </vt:lpstr>
      <vt:lpstr>Example-2: Resume Summarization Support by LLM (Generated AI)</vt:lpstr>
      <vt:lpstr>AI Application Scenarios in the Recruitment Industry</vt:lpstr>
      <vt:lpstr>4. first steps in introducing and utilizing AI</vt:lpstr>
      <vt:lpstr>If you have any questions, please feel free to contact  me.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Liang, Jun/梁 俊</dc:creator>
  <cp:keywords>, docId:16168308BD4ED3B8A412496536FF90BC</cp:keywords>
  <cp:lastModifiedBy>Liang, Jun/梁 俊</cp:lastModifiedBy>
  <cp:revision>77</cp:revision>
  <dcterms:created xsi:type="dcterms:W3CDTF">2024-11-08T06:36:39Z</dcterms:created>
  <dcterms:modified xsi:type="dcterms:W3CDTF">2025-11-13T05:21:53Z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295cc1-d279-42ac-ab4d-3b0f4fece050_Enabled">
    <vt:lpwstr>true</vt:lpwstr>
  </property>
  <property fmtid="{D5CDD505-2E9C-101B-9397-08002B2CF9AE}" pid="3" name="MSIP_Label_a7295cc1-d279-42ac-ab4d-3b0f4fece050_SetDate">
    <vt:lpwstr>2024-11-08T06:36:48Z</vt:lpwstr>
  </property>
  <property fmtid="{D5CDD505-2E9C-101B-9397-08002B2CF9AE}" pid="4" name="MSIP_Label_a7295cc1-d279-42ac-ab4d-3b0f4fece050_Method">
    <vt:lpwstr>Standard</vt:lpwstr>
  </property>
  <property fmtid="{D5CDD505-2E9C-101B-9397-08002B2CF9AE}" pid="5" name="MSIP_Label_a7295cc1-d279-42ac-ab4d-3b0f4fece050_Name">
    <vt:lpwstr>FUJITSU-RESTRICTED​</vt:lpwstr>
  </property>
  <property fmtid="{D5CDD505-2E9C-101B-9397-08002B2CF9AE}" pid="6" name="MSIP_Label_a7295cc1-d279-42ac-ab4d-3b0f4fece050_SiteId">
    <vt:lpwstr>a19f121d-81e1-4858-a9d8-736e267fd4c7</vt:lpwstr>
  </property>
  <property fmtid="{D5CDD505-2E9C-101B-9397-08002B2CF9AE}" pid="7" name="MSIP_Label_a7295cc1-d279-42ac-ab4d-3b0f4fece050_ActionId">
    <vt:lpwstr>b1be7d74-0767-49d3-afe2-b50af343b191</vt:lpwstr>
  </property>
  <property fmtid="{D5CDD505-2E9C-101B-9397-08002B2CF9AE}" pid="8" name="MSIP_Label_a7295cc1-d279-42ac-ab4d-3b0f4fece050_ContentBits">
    <vt:lpwstr>0</vt:lpwstr>
  </property>
</Properties>
</file>